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0" r:id="rId3"/>
    <p:sldId id="257" r:id="rId4"/>
    <p:sldId id="261" r:id="rId5"/>
    <p:sldId id="262" r:id="rId6"/>
    <p:sldId id="263" r:id="rId7"/>
    <p:sldId id="264" r:id="rId8"/>
    <p:sldId id="265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4" autoAdjust="0"/>
    <p:restoredTop sz="94660"/>
  </p:normalViewPr>
  <p:slideViewPr>
    <p:cSldViewPr snapToGrid="0">
      <p:cViewPr>
        <p:scale>
          <a:sx n="75" d="100"/>
          <a:sy n="75" d="100"/>
        </p:scale>
        <p:origin x="426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8D8F83-2034-4DEF-B9EF-F8FA6A3EE0A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7F4CBD2-D36B-43D5-AC5B-E60D1FE10D6A}">
      <dgm:prSet/>
      <dgm:spPr/>
      <dgm:t>
        <a:bodyPr/>
        <a:lstStyle/>
        <a:p>
          <a:r>
            <a:rPr lang="ko-KR"/>
            <a:t>목차</a:t>
          </a:r>
          <a:endParaRPr lang="en-US"/>
        </a:p>
      </dgm:t>
    </dgm:pt>
    <dgm:pt modelId="{4EE2CF30-4F13-4944-88E6-95DAD1F331C5}" type="parTrans" cxnId="{992E2FDB-704F-4988-AC35-47779FD021E6}">
      <dgm:prSet/>
      <dgm:spPr/>
      <dgm:t>
        <a:bodyPr/>
        <a:lstStyle/>
        <a:p>
          <a:endParaRPr lang="en-US"/>
        </a:p>
      </dgm:t>
    </dgm:pt>
    <dgm:pt modelId="{824F64F5-491F-45D4-9FBB-7485332CEC39}" type="sibTrans" cxnId="{992E2FDB-704F-4988-AC35-47779FD021E6}">
      <dgm:prSet/>
      <dgm:spPr/>
      <dgm:t>
        <a:bodyPr/>
        <a:lstStyle/>
        <a:p>
          <a:endParaRPr lang="en-US"/>
        </a:p>
      </dgm:t>
    </dgm:pt>
    <dgm:pt modelId="{8A1234D1-C1F8-4B7E-AFAF-8672EDE7E5D4}">
      <dgm:prSet/>
      <dgm:spPr/>
      <dgm:t>
        <a:bodyPr/>
        <a:lstStyle/>
        <a:p>
          <a:r>
            <a:rPr lang="ko-KR" dirty="0"/>
            <a:t>프로젝트 주제 및 목표</a:t>
          </a:r>
          <a:endParaRPr lang="en-US" dirty="0"/>
        </a:p>
      </dgm:t>
    </dgm:pt>
    <dgm:pt modelId="{367A14A1-5EE0-413D-B335-B17452E81974}" type="parTrans" cxnId="{890D4772-E24C-4F6F-8139-D280BF25E4BA}">
      <dgm:prSet/>
      <dgm:spPr/>
      <dgm:t>
        <a:bodyPr/>
        <a:lstStyle/>
        <a:p>
          <a:endParaRPr lang="en-US"/>
        </a:p>
      </dgm:t>
    </dgm:pt>
    <dgm:pt modelId="{14157C92-EECE-4A05-A030-BD660C206FA9}" type="sibTrans" cxnId="{890D4772-E24C-4F6F-8139-D280BF25E4BA}">
      <dgm:prSet/>
      <dgm:spPr/>
      <dgm:t>
        <a:bodyPr/>
        <a:lstStyle/>
        <a:p>
          <a:endParaRPr lang="en-US"/>
        </a:p>
      </dgm:t>
    </dgm:pt>
    <dgm:pt modelId="{1E6E8D7D-109C-4660-A18C-57947DD3CD9F}">
      <dgm:prSet/>
      <dgm:spPr/>
      <dgm:t>
        <a:bodyPr/>
        <a:lstStyle/>
        <a:p>
          <a:r>
            <a:rPr lang="ko-KR"/>
            <a:t>환경 및 데이터셋 설명</a:t>
          </a:r>
          <a:endParaRPr lang="en-US"/>
        </a:p>
      </dgm:t>
    </dgm:pt>
    <dgm:pt modelId="{98A6464D-DC91-4B19-9C45-45718ED4ABD8}" type="parTrans" cxnId="{577F2783-EEA5-49BE-B586-75316BB56A02}">
      <dgm:prSet/>
      <dgm:spPr/>
      <dgm:t>
        <a:bodyPr/>
        <a:lstStyle/>
        <a:p>
          <a:endParaRPr lang="en-US"/>
        </a:p>
      </dgm:t>
    </dgm:pt>
    <dgm:pt modelId="{8D6DDA50-4AEB-4D16-8B91-2DD7FB024043}" type="sibTrans" cxnId="{577F2783-EEA5-49BE-B586-75316BB56A02}">
      <dgm:prSet/>
      <dgm:spPr/>
      <dgm:t>
        <a:bodyPr/>
        <a:lstStyle/>
        <a:p>
          <a:endParaRPr lang="en-US"/>
        </a:p>
      </dgm:t>
    </dgm:pt>
    <dgm:pt modelId="{3FE54435-6AED-4F8B-B951-83F6DA0596CA}">
      <dgm:prSet/>
      <dgm:spPr/>
      <dgm:t>
        <a:bodyPr/>
        <a:lstStyle/>
        <a:p>
          <a:r>
            <a:rPr lang="en-US"/>
            <a:t>State, Action, Reward </a:t>
          </a:r>
          <a:r>
            <a:rPr lang="ko-KR"/>
            <a:t>설계</a:t>
          </a:r>
          <a:endParaRPr lang="en-US"/>
        </a:p>
      </dgm:t>
    </dgm:pt>
    <dgm:pt modelId="{C4D50775-FB87-477B-B59C-7E73DEA7C625}" type="parTrans" cxnId="{1D005FC5-85F9-4293-A9E1-D2B30674CDF2}">
      <dgm:prSet/>
      <dgm:spPr/>
      <dgm:t>
        <a:bodyPr/>
        <a:lstStyle/>
        <a:p>
          <a:endParaRPr lang="en-US"/>
        </a:p>
      </dgm:t>
    </dgm:pt>
    <dgm:pt modelId="{4AFEDCE3-BA59-4168-936D-6A2C1FFF5CD7}" type="sibTrans" cxnId="{1D005FC5-85F9-4293-A9E1-D2B30674CDF2}">
      <dgm:prSet/>
      <dgm:spPr/>
      <dgm:t>
        <a:bodyPr/>
        <a:lstStyle/>
        <a:p>
          <a:endParaRPr lang="en-US"/>
        </a:p>
      </dgm:t>
    </dgm:pt>
    <dgm:pt modelId="{D59CBF33-2EB8-4381-8989-7D0959464C11}">
      <dgm:prSet/>
      <dgm:spPr/>
      <dgm:t>
        <a:bodyPr/>
        <a:lstStyle/>
        <a:p>
          <a:r>
            <a:rPr lang="ko-KR"/>
            <a:t>강화학습 알고리즘 및 </a:t>
          </a:r>
          <a:r>
            <a:rPr lang="en-US"/>
            <a:t>Hyperparameter </a:t>
          </a:r>
          <a:r>
            <a:rPr lang="ko-KR"/>
            <a:t>설명</a:t>
          </a:r>
          <a:endParaRPr lang="en-US"/>
        </a:p>
      </dgm:t>
    </dgm:pt>
    <dgm:pt modelId="{07819216-D0D8-4AFD-99E9-DF740127AB79}" type="parTrans" cxnId="{732A3334-64ED-4532-8406-B3E8BF6BB90D}">
      <dgm:prSet/>
      <dgm:spPr/>
      <dgm:t>
        <a:bodyPr/>
        <a:lstStyle/>
        <a:p>
          <a:endParaRPr lang="en-US"/>
        </a:p>
      </dgm:t>
    </dgm:pt>
    <dgm:pt modelId="{633DC968-1BB1-4D91-93FD-15E26AFA7C1A}" type="sibTrans" cxnId="{732A3334-64ED-4532-8406-B3E8BF6BB90D}">
      <dgm:prSet/>
      <dgm:spPr/>
      <dgm:t>
        <a:bodyPr/>
        <a:lstStyle/>
        <a:p>
          <a:endParaRPr lang="en-US"/>
        </a:p>
      </dgm:t>
    </dgm:pt>
    <dgm:pt modelId="{4B47E0EC-DADE-4BB7-B490-D77A9706416C}">
      <dgm:prSet/>
      <dgm:spPr/>
      <dgm:t>
        <a:bodyPr/>
        <a:lstStyle/>
        <a:p>
          <a:r>
            <a:rPr lang="ko-KR"/>
            <a:t>실험 셋업</a:t>
          </a:r>
          <a:endParaRPr lang="en-US"/>
        </a:p>
      </dgm:t>
    </dgm:pt>
    <dgm:pt modelId="{19E6ABDB-2ADA-4D98-A5F8-5F28DD8BE573}" type="parTrans" cxnId="{B00FE104-B54A-4088-950F-01BD1F239D42}">
      <dgm:prSet/>
      <dgm:spPr/>
      <dgm:t>
        <a:bodyPr/>
        <a:lstStyle/>
        <a:p>
          <a:endParaRPr lang="en-US"/>
        </a:p>
      </dgm:t>
    </dgm:pt>
    <dgm:pt modelId="{2F79DCFA-5268-4676-86B8-FB4DE23D98D0}" type="sibTrans" cxnId="{B00FE104-B54A-4088-950F-01BD1F239D42}">
      <dgm:prSet/>
      <dgm:spPr/>
      <dgm:t>
        <a:bodyPr/>
        <a:lstStyle/>
        <a:p>
          <a:endParaRPr lang="en-US"/>
        </a:p>
      </dgm:t>
    </dgm:pt>
    <dgm:pt modelId="{6A4183ED-F536-4473-B823-4FC985C07E22}">
      <dgm:prSet/>
      <dgm:spPr/>
      <dgm:t>
        <a:bodyPr/>
        <a:lstStyle/>
        <a:p>
          <a:r>
            <a:rPr lang="ko-KR"/>
            <a:t>실험 결과</a:t>
          </a:r>
          <a:endParaRPr lang="en-US"/>
        </a:p>
      </dgm:t>
    </dgm:pt>
    <dgm:pt modelId="{089A1DA4-780F-41BD-8B5B-B33FD6753393}" type="parTrans" cxnId="{816602B3-2D66-4B64-8CFD-D1192B9A63C6}">
      <dgm:prSet/>
      <dgm:spPr/>
      <dgm:t>
        <a:bodyPr/>
        <a:lstStyle/>
        <a:p>
          <a:endParaRPr lang="en-US"/>
        </a:p>
      </dgm:t>
    </dgm:pt>
    <dgm:pt modelId="{592472C3-891D-4C11-BA33-A49F81A5FB2D}" type="sibTrans" cxnId="{816602B3-2D66-4B64-8CFD-D1192B9A63C6}">
      <dgm:prSet/>
      <dgm:spPr/>
      <dgm:t>
        <a:bodyPr/>
        <a:lstStyle/>
        <a:p>
          <a:endParaRPr lang="en-US"/>
        </a:p>
      </dgm:t>
    </dgm:pt>
    <dgm:pt modelId="{6686A938-CF8B-41B5-B5FA-C3A8EFFC66C2}">
      <dgm:prSet/>
      <dgm:spPr/>
      <dgm:t>
        <a:bodyPr/>
        <a:lstStyle/>
        <a:p>
          <a:r>
            <a:rPr lang="ko-KR"/>
            <a:t>토의 및 결론</a:t>
          </a:r>
          <a:endParaRPr lang="en-US"/>
        </a:p>
      </dgm:t>
    </dgm:pt>
    <dgm:pt modelId="{306EBCD7-6124-415A-8150-492D46C1413B}" type="parTrans" cxnId="{4AC572D6-2A5D-4065-B76B-3D9F8B111271}">
      <dgm:prSet/>
      <dgm:spPr/>
      <dgm:t>
        <a:bodyPr/>
        <a:lstStyle/>
        <a:p>
          <a:endParaRPr lang="en-US"/>
        </a:p>
      </dgm:t>
    </dgm:pt>
    <dgm:pt modelId="{1F0A82CE-582A-4133-B08D-AF3C29356F2B}" type="sibTrans" cxnId="{4AC572D6-2A5D-4065-B76B-3D9F8B111271}">
      <dgm:prSet/>
      <dgm:spPr/>
      <dgm:t>
        <a:bodyPr/>
        <a:lstStyle/>
        <a:p>
          <a:endParaRPr lang="en-US"/>
        </a:p>
      </dgm:t>
    </dgm:pt>
    <dgm:pt modelId="{BE505FE1-6380-4A43-B0E1-D2406B49B4AF}" type="pres">
      <dgm:prSet presAssocID="{098D8F83-2034-4DEF-B9EF-F8FA6A3EE0AF}" presName="vert0" presStyleCnt="0">
        <dgm:presLayoutVars>
          <dgm:dir/>
          <dgm:animOne val="branch"/>
          <dgm:animLvl val="lvl"/>
        </dgm:presLayoutVars>
      </dgm:prSet>
      <dgm:spPr/>
    </dgm:pt>
    <dgm:pt modelId="{FB6FBEB6-A866-4995-B7D1-4DC294A66B28}" type="pres">
      <dgm:prSet presAssocID="{F7F4CBD2-D36B-43D5-AC5B-E60D1FE10D6A}" presName="thickLine" presStyleLbl="alignNode1" presStyleIdx="0" presStyleCnt="1"/>
      <dgm:spPr/>
    </dgm:pt>
    <dgm:pt modelId="{0A7186FE-DDD2-45E9-85D2-C32FC1B6C13F}" type="pres">
      <dgm:prSet presAssocID="{F7F4CBD2-D36B-43D5-AC5B-E60D1FE10D6A}" presName="horz1" presStyleCnt="0"/>
      <dgm:spPr/>
    </dgm:pt>
    <dgm:pt modelId="{E11B7D66-8D9C-4249-8007-AA136E2B368F}" type="pres">
      <dgm:prSet presAssocID="{F7F4CBD2-D36B-43D5-AC5B-E60D1FE10D6A}" presName="tx1" presStyleLbl="revTx" presStyleIdx="0" presStyleCnt="8"/>
      <dgm:spPr/>
    </dgm:pt>
    <dgm:pt modelId="{F28C234D-F3F9-4419-AF2D-04C21CB7C6D0}" type="pres">
      <dgm:prSet presAssocID="{F7F4CBD2-D36B-43D5-AC5B-E60D1FE10D6A}" presName="vert1" presStyleCnt="0"/>
      <dgm:spPr/>
    </dgm:pt>
    <dgm:pt modelId="{CE81FD7F-D83E-4C9E-A2D1-5F7B92E23468}" type="pres">
      <dgm:prSet presAssocID="{8A1234D1-C1F8-4B7E-AFAF-8672EDE7E5D4}" presName="vertSpace2a" presStyleCnt="0"/>
      <dgm:spPr/>
    </dgm:pt>
    <dgm:pt modelId="{D0248134-328A-4F9E-8557-AFE1D717071C}" type="pres">
      <dgm:prSet presAssocID="{8A1234D1-C1F8-4B7E-AFAF-8672EDE7E5D4}" presName="horz2" presStyleCnt="0"/>
      <dgm:spPr/>
    </dgm:pt>
    <dgm:pt modelId="{671C7EC9-B3AD-4DB9-9E84-86D1D5EB3F7B}" type="pres">
      <dgm:prSet presAssocID="{8A1234D1-C1F8-4B7E-AFAF-8672EDE7E5D4}" presName="horzSpace2" presStyleCnt="0"/>
      <dgm:spPr/>
    </dgm:pt>
    <dgm:pt modelId="{51829B23-D723-48F7-8557-22D88233F2D0}" type="pres">
      <dgm:prSet presAssocID="{8A1234D1-C1F8-4B7E-AFAF-8672EDE7E5D4}" presName="tx2" presStyleLbl="revTx" presStyleIdx="1" presStyleCnt="8"/>
      <dgm:spPr/>
    </dgm:pt>
    <dgm:pt modelId="{2FB31D7B-C5A1-4011-8CA0-73B9C863AC8B}" type="pres">
      <dgm:prSet presAssocID="{8A1234D1-C1F8-4B7E-AFAF-8672EDE7E5D4}" presName="vert2" presStyleCnt="0"/>
      <dgm:spPr/>
    </dgm:pt>
    <dgm:pt modelId="{663D93FD-23EC-4577-9CE1-6047E3E259D0}" type="pres">
      <dgm:prSet presAssocID="{8A1234D1-C1F8-4B7E-AFAF-8672EDE7E5D4}" presName="thinLine2b" presStyleLbl="callout" presStyleIdx="0" presStyleCnt="7"/>
      <dgm:spPr/>
    </dgm:pt>
    <dgm:pt modelId="{A867B78F-560D-4322-9A52-A5355359B039}" type="pres">
      <dgm:prSet presAssocID="{8A1234D1-C1F8-4B7E-AFAF-8672EDE7E5D4}" presName="vertSpace2b" presStyleCnt="0"/>
      <dgm:spPr/>
    </dgm:pt>
    <dgm:pt modelId="{7A4887FF-212D-4978-B1A4-ABED877A52E1}" type="pres">
      <dgm:prSet presAssocID="{1E6E8D7D-109C-4660-A18C-57947DD3CD9F}" presName="horz2" presStyleCnt="0"/>
      <dgm:spPr/>
    </dgm:pt>
    <dgm:pt modelId="{114F2583-255F-4A0D-B2EB-408287FCF969}" type="pres">
      <dgm:prSet presAssocID="{1E6E8D7D-109C-4660-A18C-57947DD3CD9F}" presName="horzSpace2" presStyleCnt="0"/>
      <dgm:spPr/>
    </dgm:pt>
    <dgm:pt modelId="{821AA6B6-BD1A-470A-8DB2-D1220113BCF8}" type="pres">
      <dgm:prSet presAssocID="{1E6E8D7D-109C-4660-A18C-57947DD3CD9F}" presName="tx2" presStyleLbl="revTx" presStyleIdx="2" presStyleCnt="8"/>
      <dgm:spPr/>
    </dgm:pt>
    <dgm:pt modelId="{6C8BA73A-067B-482F-8010-6C17F2BB315F}" type="pres">
      <dgm:prSet presAssocID="{1E6E8D7D-109C-4660-A18C-57947DD3CD9F}" presName="vert2" presStyleCnt="0"/>
      <dgm:spPr/>
    </dgm:pt>
    <dgm:pt modelId="{3094868E-CD87-4B52-8A5B-B8E40065A612}" type="pres">
      <dgm:prSet presAssocID="{1E6E8D7D-109C-4660-A18C-57947DD3CD9F}" presName="thinLine2b" presStyleLbl="callout" presStyleIdx="1" presStyleCnt="7"/>
      <dgm:spPr/>
    </dgm:pt>
    <dgm:pt modelId="{4D33F8B7-6D23-436A-B357-A8A690BE9180}" type="pres">
      <dgm:prSet presAssocID="{1E6E8D7D-109C-4660-A18C-57947DD3CD9F}" presName="vertSpace2b" presStyleCnt="0"/>
      <dgm:spPr/>
    </dgm:pt>
    <dgm:pt modelId="{EA7680AD-1604-4143-B1E9-3E823A854398}" type="pres">
      <dgm:prSet presAssocID="{3FE54435-6AED-4F8B-B951-83F6DA0596CA}" presName="horz2" presStyleCnt="0"/>
      <dgm:spPr/>
    </dgm:pt>
    <dgm:pt modelId="{7158704C-2848-4B06-9561-01E9C99A4A5B}" type="pres">
      <dgm:prSet presAssocID="{3FE54435-6AED-4F8B-B951-83F6DA0596CA}" presName="horzSpace2" presStyleCnt="0"/>
      <dgm:spPr/>
    </dgm:pt>
    <dgm:pt modelId="{57888161-F822-4120-BD81-DB124740FB98}" type="pres">
      <dgm:prSet presAssocID="{3FE54435-6AED-4F8B-B951-83F6DA0596CA}" presName="tx2" presStyleLbl="revTx" presStyleIdx="3" presStyleCnt="8"/>
      <dgm:spPr/>
    </dgm:pt>
    <dgm:pt modelId="{0DEDF575-BEF7-49F4-B041-AB165E4449BC}" type="pres">
      <dgm:prSet presAssocID="{3FE54435-6AED-4F8B-B951-83F6DA0596CA}" presName="vert2" presStyleCnt="0"/>
      <dgm:spPr/>
    </dgm:pt>
    <dgm:pt modelId="{58EEE6ED-9A0B-4703-BC5E-F9130023A586}" type="pres">
      <dgm:prSet presAssocID="{3FE54435-6AED-4F8B-B951-83F6DA0596CA}" presName="thinLine2b" presStyleLbl="callout" presStyleIdx="2" presStyleCnt="7"/>
      <dgm:spPr/>
    </dgm:pt>
    <dgm:pt modelId="{AEFFD4AA-3C59-4CB1-AF6A-62AA89DC8E5A}" type="pres">
      <dgm:prSet presAssocID="{3FE54435-6AED-4F8B-B951-83F6DA0596CA}" presName="vertSpace2b" presStyleCnt="0"/>
      <dgm:spPr/>
    </dgm:pt>
    <dgm:pt modelId="{DC018429-AE79-4126-8747-39A977617469}" type="pres">
      <dgm:prSet presAssocID="{D59CBF33-2EB8-4381-8989-7D0959464C11}" presName="horz2" presStyleCnt="0"/>
      <dgm:spPr/>
    </dgm:pt>
    <dgm:pt modelId="{5E344DF2-66D3-40B0-8006-8AE778CEEC84}" type="pres">
      <dgm:prSet presAssocID="{D59CBF33-2EB8-4381-8989-7D0959464C11}" presName="horzSpace2" presStyleCnt="0"/>
      <dgm:spPr/>
    </dgm:pt>
    <dgm:pt modelId="{437F339D-261E-4ED9-A55D-93C60E2E52E5}" type="pres">
      <dgm:prSet presAssocID="{D59CBF33-2EB8-4381-8989-7D0959464C11}" presName="tx2" presStyleLbl="revTx" presStyleIdx="4" presStyleCnt="8"/>
      <dgm:spPr/>
    </dgm:pt>
    <dgm:pt modelId="{CBC5E5EA-DC3E-4124-8CBE-13C3DA1C2B86}" type="pres">
      <dgm:prSet presAssocID="{D59CBF33-2EB8-4381-8989-7D0959464C11}" presName="vert2" presStyleCnt="0"/>
      <dgm:spPr/>
    </dgm:pt>
    <dgm:pt modelId="{0FB00610-A5ED-41CC-B570-E44AD969A883}" type="pres">
      <dgm:prSet presAssocID="{D59CBF33-2EB8-4381-8989-7D0959464C11}" presName="thinLine2b" presStyleLbl="callout" presStyleIdx="3" presStyleCnt="7"/>
      <dgm:spPr/>
    </dgm:pt>
    <dgm:pt modelId="{03175287-F8A7-4FC9-977C-A9E9D215A418}" type="pres">
      <dgm:prSet presAssocID="{D59CBF33-2EB8-4381-8989-7D0959464C11}" presName="vertSpace2b" presStyleCnt="0"/>
      <dgm:spPr/>
    </dgm:pt>
    <dgm:pt modelId="{FF44728A-9FEC-4C66-891E-3AC201CBBC6E}" type="pres">
      <dgm:prSet presAssocID="{4B47E0EC-DADE-4BB7-B490-D77A9706416C}" presName="horz2" presStyleCnt="0"/>
      <dgm:spPr/>
    </dgm:pt>
    <dgm:pt modelId="{08D0FF2C-F6C1-4758-B009-1544BE101B86}" type="pres">
      <dgm:prSet presAssocID="{4B47E0EC-DADE-4BB7-B490-D77A9706416C}" presName="horzSpace2" presStyleCnt="0"/>
      <dgm:spPr/>
    </dgm:pt>
    <dgm:pt modelId="{53F2EEC9-350A-48B3-929D-3352AD44C300}" type="pres">
      <dgm:prSet presAssocID="{4B47E0EC-DADE-4BB7-B490-D77A9706416C}" presName="tx2" presStyleLbl="revTx" presStyleIdx="5" presStyleCnt="8"/>
      <dgm:spPr/>
    </dgm:pt>
    <dgm:pt modelId="{39A2770F-C24E-43D4-91DE-FAA83D85D4DE}" type="pres">
      <dgm:prSet presAssocID="{4B47E0EC-DADE-4BB7-B490-D77A9706416C}" presName="vert2" presStyleCnt="0"/>
      <dgm:spPr/>
    </dgm:pt>
    <dgm:pt modelId="{6CD81232-D367-453F-8832-0153AB527565}" type="pres">
      <dgm:prSet presAssocID="{4B47E0EC-DADE-4BB7-B490-D77A9706416C}" presName="thinLine2b" presStyleLbl="callout" presStyleIdx="4" presStyleCnt="7"/>
      <dgm:spPr/>
    </dgm:pt>
    <dgm:pt modelId="{9FE56BC4-2A30-416D-9C94-159D2F8666C1}" type="pres">
      <dgm:prSet presAssocID="{4B47E0EC-DADE-4BB7-B490-D77A9706416C}" presName="vertSpace2b" presStyleCnt="0"/>
      <dgm:spPr/>
    </dgm:pt>
    <dgm:pt modelId="{2D5828F5-7891-460D-A688-2C3EAD72A06C}" type="pres">
      <dgm:prSet presAssocID="{6A4183ED-F536-4473-B823-4FC985C07E22}" presName="horz2" presStyleCnt="0"/>
      <dgm:spPr/>
    </dgm:pt>
    <dgm:pt modelId="{856A9921-7292-423E-AD74-DD4AE16D3F8F}" type="pres">
      <dgm:prSet presAssocID="{6A4183ED-F536-4473-B823-4FC985C07E22}" presName="horzSpace2" presStyleCnt="0"/>
      <dgm:spPr/>
    </dgm:pt>
    <dgm:pt modelId="{9E9D0B80-A962-4C46-A95B-7A25FD965715}" type="pres">
      <dgm:prSet presAssocID="{6A4183ED-F536-4473-B823-4FC985C07E22}" presName="tx2" presStyleLbl="revTx" presStyleIdx="6" presStyleCnt="8"/>
      <dgm:spPr/>
    </dgm:pt>
    <dgm:pt modelId="{4A1B30EB-0191-49A0-8445-A0A0EE074FCB}" type="pres">
      <dgm:prSet presAssocID="{6A4183ED-F536-4473-B823-4FC985C07E22}" presName="vert2" presStyleCnt="0"/>
      <dgm:spPr/>
    </dgm:pt>
    <dgm:pt modelId="{49F47D2D-1BB6-4F00-9612-CE55A5CA7BA2}" type="pres">
      <dgm:prSet presAssocID="{6A4183ED-F536-4473-B823-4FC985C07E22}" presName="thinLine2b" presStyleLbl="callout" presStyleIdx="5" presStyleCnt="7"/>
      <dgm:spPr/>
    </dgm:pt>
    <dgm:pt modelId="{F7306B65-5D65-4533-96C6-0248F0DFA2A4}" type="pres">
      <dgm:prSet presAssocID="{6A4183ED-F536-4473-B823-4FC985C07E22}" presName="vertSpace2b" presStyleCnt="0"/>
      <dgm:spPr/>
    </dgm:pt>
    <dgm:pt modelId="{A4E68BEF-9289-4BBC-88D2-7C463F7D25B5}" type="pres">
      <dgm:prSet presAssocID="{6686A938-CF8B-41B5-B5FA-C3A8EFFC66C2}" presName="horz2" presStyleCnt="0"/>
      <dgm:spPr/>
    </dgm:pt>
    <dgm:pt modelId="{3DA8D77F-D3F8-456B-9942-0A181EC293B0}" type="pres">
      <dgm:prSet presAssocID="{6686A938-CF8B-41B5-B5FA-C3A8EFFC66C2}" presName="horzSpace2" presStyleCnt="0"/>
      <dgm:spPr/>
    </dgm:pt>
    <dgm:pt modelId="{58E4132B-A384-4C78-A742-6824A6949973}" type="pres">
      <dgm:prSet presAssocID="{6686A938-CF8B-41B5-B5FA-C3A8EFFC66C2}" presName="tx2" presStyleLbl="revTx" presStyleIdx="7" presStyleCnt="8"/>
      <dgm:spPr/>
    </dgm:pt>
    <dgm:pt modelId="{99D9BF17-4B7E-4161-99A5-D2375E0A36B3}" type="pres">
      <dgm:prSet presAssocID="{6686A938-CF8B-41B5-B5FA-C3A8EFFC66C2}" presName="vert2" presStyleCnt="0"/>
      <dgm:spPr/>
    </dgm:pt>
    <dgm:pt modelId="{CED9AA58-8C27-47B7-9807-5BB0129A8080}" type="pres">
      <dgm:prSet presAssocID="{6686A938-CF8B-41B5-B5FA-C3A8EFFC66C2}" presName="thinLine2b" presStyleLbl="callout" presStyleIdx="6" presStyleCnt="7"/>
      <dgm:spPr/>
    </dgm:pt>
    <dgm:pt modelId="{A9923455-51E0-4A0A-9097-DEB7C9ACE587}" type="pres">
      <dgm:prSet presAssocID="{6686A938-CF8B-41B5-B5FA-C3A8EFFC66C2}" presName="vertSpace2b" presStyleCnt="0"/>
      <dgm:spPr/>
    </dgm:pt>
  </dgm:ptLst>
  <dgm:cxnLst>
    <dgm:cxn modelId="{B2DF7600-4EAC-407E-88C3-E687A7543BE9}" type="presOf" srcId="{4B47E0EC-DADE-4BB7-B490-D77A9706416C}" destId="{53F2EEC9-350A-48B3-929D-3352AD44C300}" srcOrd="0" destOrd="0" presId="urn:microsoft.com/office/officeart/2008/layout/LinedList"/>
    <dgm:cxn modelId="{B00FE104-B54A-4088-950F-01BD1F239D42}" srcId="{F7F4CBD2-D36B-43D5-AC5B-E60D1FE10D6A}" destId="{4B47E0EC-DADE-4BB7-B490-D77A9706416C}" srcOrd="4" destOrd="0" parTransId="{19E6ABDB-2ADA-4D98-A5F8-5F28DD8BE573}" sibTransId="{2F79DCFA-5268-4676-86B8-FB4DE23D98D0}"/>
    <dgm:cxn modelId="{E8310A0C-FFB1-4133-AE67-760E89144883}" type="presOf" srcId="{D59CBF33-2EB8-4381-8989-7D0959464C11}" destId="{437F339D-261E-4ED9-A55D-93C60E2E52E5}" srcOrd="0" destOrd="0" presId="urn:microsoft.com/office/officeart/2008/layout/LinedList"/>
    <dgm:cxn modelId="{A7B16528-025E-44E9-8B94-CBBC0FE92D09}" type="presOf" srcId="{098D8F83-2034-4DEF-B9EF-F8FA6A3EE0AF}" destId="{BE505FE1-6380-4A43-B0E1-D2406B49B4AF}" srcOrd="0" destOrd="0" presId="urn:microsoft.com/office/officeart/2008/layout/LinedList"/>
    <dgm:cxn modelId="{732A3334-64ED-4532-8406-B3E8BF6BB90D}" srcId="{F7F4CBD2-D36B-43D5-AC5B-E60D1FE10D6A}" destId="{D59CBF33-2EB8-4381-8989-7D0959464C11}" srcOrd="3" destOrd="0" parTransId="{07819216-D0D8-4AFD-99E9-DF740127AB79}" sibTransId="{633DC968-1BB1-4D91-93FD-15E26AFA7C1A}"/>
    <dgm:cxn modelId="{78770D6B-7146-4F43-86EF-263E5FDA8B23}" type="presOf" srcId="{6686A938-CF8B-41B5-B5FA-C3A8EFFC66C2}" destId="{58E4132B-A384-4C78-A742-6824A6949973}" srcOrd="0" destOrd="0" presId="urn:microsoft.com/office/officeart/2008/layout/LinedList"/>
    <dgm:cxn modelId="{890D4772-E24C-4F6F-8139-D280BF25E4BA}" srcId="{F7F4CBD2-D36B-43D5-AC5B-E60D1FE10D6A}" destId="{8A1234D1-C1F8-4B7E-AFAF-8672EDE7E5D4}" srcOrd="0" destOrd="0" parTransId="{367A14A1-5EE0-413D-B335-B17452E81974}" sibTransId="{14157C92-EECE-4A05-A030-BD660C206FA9}"/>
    <dgm:cxn modelId="{577F2783-EEA5-49BE-B586-75316BB56A02}" srcId="{F7F4CBD2-D36B-43D5-AC5B-E60D1FE10D6A}" destId="{1E6E8D7D-109C-4660-A18C-57947DD3CD9F}" srcOrd="1" destOrd="0" parTransId="{98A6464D-DC91-4B19-9C45-45718ED4ABD8}" sibTransId="{8D6DDA50-4AEB-4D16-8B91-2DD7FB024043}"/>
    <dgm:cxn modelId="{4A29F685-C467-48DF-80F9-F4761EA7B13E}" type="presOf" srcId="{8A1234D1-C1F8-4B7E-AFAF-8672EDE7E5D4}" destId="{51829B23-D723-48F7-8557-22D88233F2D0}" srcOrd="0" destOrd="0" presId="urn:microsoft.com/office/officeart/2008/layout/LinedList"/>
    <dgm:cxn modelId="{816602B3-2D66-4B64-8CFD-D1192B9A63C6}" srcId="{F7F4CBD2-D36B-43D5-AC5B-E60D1FE10D6A}" destId="{6A4183ED-F536-4473-B823-4FC985C07E22}" srcOrd="5" destOrd="0" parTransId="{089A1DA4-780F-41BD-8B5B-B33FD6753393}" sibTransId="{592472C3-891D-4C11-BA33-A49F81A5FB2D}"/>
    <dgm:cxn modelId="{C629EBBE-8FFD-4925-B4EF-37BFD6592185}" type="presOf" srcId="{F7F4CBD2-D36B-43D5-AC5B-E60D1FE10D6A}" destId="{E11B7D66-8D9C-4249-8007-AA136E2B368F}" srcOrd="0" destOrd="0" presId="urn:microsoft.com/office/officeart/2008/layout/LinedList"/>
    <dgm:cxn modelId="{1D005FC5-85F9-4293-A9E1-D2B30674CDF2}" srcId="{F7F4CBD2-D36B-43D5-AC5B-E60D1FE10D6A}" destId="{3FE54435-6AED-4F8B-B951-83F6DA0596CA}" srcOrd="2" destOrd="0" parTransId="{C4D50775-FB87-477B-B59C-7E73DEA7C625}" sibTransId="{4AFEDCE3-BA59-4168-936D-6A2C1FFF5CD7}"/>
    <dgm:cxn modelId="{804AACD0-BB42-4183-932F-538B160D8FA4}" type="presOf" srcId="{1E6E8D7D-109C-4660-A18C-57947DD3CD9F}" destId="{821AA6B6-BD1A-470A-8DB2-D1220113BCF8}" srcOrd="0" destOrd="0" presId="urn:microsoft.com/office/officeart/2008/layout/LinedList"/>
    <dgm:cxn modelId="{4AC572D6-2A5D-4065-B76B-3D9F8B111271}" srcId="{F7F4CBD2-D36B-43D5-AC5B-E60D1FE10D6A}" destId="{6686A938-CF8B-41B5-B5FA-C3A8EFFC66C2}" srcOrd="6" destOrd="0" parTransId="{306EBCD7-6124-415A-8150-492D46C1413B}" sibTransId="{1F0A82CE-582A-4133-B08D-AF3C29356F2B}"/>
    <dgm:cxn modelId="{992E2FDB-704F-4988-AC35-47779FD021E6}" srcId="{098D8F83-2034-4DEF-B9EF-F8FA6A3EE0AF}" destId="{F7F4CBD2-D36B-43D5-AC5B-E60D1FE10D6A}" srcOrd="0" destOrd="0" parTransId="{4EE2CF30-4F13-4944-88E6-95DAD1F331C5}" sibTransId="{824F64F5-491F-45D4-9FBB-7485332CEC39}"/>
    <dgm:cxn modelId="{35993BF0-2198-4B30-9166-C0BC54DC7E9B}" type="presOf" srcId="{3FE54435-6AED-4F8B-B951-83F6DA0596CA}" destId="{57888161-F822-4120-BD81-DB124740FB98}" srcOrd="0" destOrd="0" presId="urn:microsoft.com/office/officeart/2008/layout/LinedList"/>
    <dgm:cxn modelId="{71F3F9FA-E917-4871-85B2-FA71104C25B9}" type="presOf" srcId="{6A4183ED-F536-4473-B823-4FC985C07E22}" destId="{9E9D0B80-A962-4C46-A95B-7A25FD965715}" srcOrd="0" destOrd="0" presId="urn:microsoft.com/office/officeart/2008/layout/LinedList"/>
    <dgm:cxn modelId="{24C3AAAB-8A62-4F58-869A-E8CAE9C00388}" type="presParOf" srcId="{BE505FE1-6380-4A43-B0E1-D2406B49B4AF}" destId="{FB6FBEB6-A866-4995-B7D1-4DC294A66B28}" srcOrd="0" destOrd="0" presId="urn:microsoft.com/office/officeart/2008/layout/LinedList"/>
    <dgm:cxn modelId="{D1A8C1E9-D19E-4DD9-8C60-D2C17F4C6372}" type="presParOf" srcId="{BE505FE1-6380-4A43-B0E1-D2406B49B4AF}" destId="{0A7186FE-DDD2-45E9-85D2-C32FC1B6C13F}" srcOrd="1" destOrd="0" presId="urn:microsoft.com/office/officeart/2008/layout/LinedList"/>
    <dgm:cxn modelId="{A7FCD157-DBCF-4259-A2B8-730823F81539}" type="presParOf" srcId="{0A7186FE-DDD2-45E9-85D2-C32FC1B6C13F}" destId="{E11B7D66-8D9C-4249-8007-AA136E2B368F}" srcOrd="0" destOrd="0" presId="urn:microsoft.com/office/officeart/2008/layout/LinedList"/>
    <dgm:cxn modelId="{61B7AE2F-E644-49EC-A617-D226803268B6}" type="presParOf" srcId="{0A7186FE-DDD2-45E9-85D2-C32FC1B6C13F}" destId="{F28C234D-F3F9-4419-AF2D-04C21CB7C6D0}" srcOrd="1" destOrd="0" presId="urn:microsoft.com/office/officeart/2008/layout/LinedList"/>
    <dgm:cxn modelId="{47946AFF-CEAE-456A-A3C0-8A9F754A5C94}" type="presParOf" srcId="{F28C234D-F3F9-4419-AF2D-04C21CB7C6D0}" destId="{CE81FD7F-D83E-4C9E-A2D1-5F7B92E23468}" srcOrd="0" destOrd="0" presId="urn:microsoft.com/office/officeart/2008/layout/LinedList"/>
    <dgm:cxn modelId="{F80FE8D9-60E3-4D68-B9D4-E16600FA166E}" type="presParOf" srcId="{F28C234D-F3F9-4419-AF2D-04C21CB7C6D0}" destId="{D0248134-328A-4F9E-8557-AFE1D717071C}" srcOrd="1" destOrd="0" presId="urn:microsoft.com/office/officeart/2008/layout/LinedList"/>
    <dgm:cxn modelId="{1C5EABD9-9EE3-411A-A284-FE32A055F0B9}" type="presParOf" srcId="{D0248134-328A-4F9E-8557-AFE1D717071C}" destId="{671C7EC9-B3AD-4DB9-9E84-86D1D5EB3F7B}" srcOrd="0" destOrd="0" presId="urn:microsoft.com/office/officeart/2008/layout/LinedList"/>
    <dgm:cxn modelId="{0D18CABF-F0EF-4B21-9510-0C76D80DDC4D}" type="presParOf" srcId="{D0248134-328A-4F9E-8557-AFE1D717071C}" destId="{51829B23-D723-48F7-8557-22D88233F2D0}" srcOrd="1" destOrd="0" presId="urn:microsoft.com/office/officeart/2008/layout/LinedList"/>
    <dgm:cxn modelId="{969DA8A8-B4EE-4DA6-9956-F58DD53B3A0C}" type="presParOf" srcId="{D0248134-328A-4F9E-8557-AFE1D717071C}" destId="{2FB31D7B-C5A1-4011-8CA0-73B9C863AC8B}" srcOrd="2" destOrd="0" presId="urn:microsoft.com/office/officeart/2008/layout/LinedList"/>
    <dgm:cxn modelId="{E94531F2-8868-4538-B622-50161835D64D}" type="presParOf" srcId="{F28C234D-F3F9-4419-AF2D-04C21CB7C6D0}" destId="{663D93FD-23EC-4577-9CE1-6047E3E259D0}" srcOrd="2" destOrd="0" presId="urn:microsoft.com/office/officeart/2008/layout/LinedList"/>
    <dgm:cxn modelId="{277988F1-67D5-45CE-B7AC-C7D146D27394}" type="presParOf" srcId="{F28C234D-F3F9-4419-AF2D-04C21CB7C6D0}" destId="{A867B78F-560D-4322-9A52-A5355359B039}" srcOrd="3" destOrd="0" presId="urn:microsoft.com/office/officeart/2008/layout/LinedList"/>
    <dgm:cxn modelId="{04F68EA0-639F-4809-B101-211C8E64C8A7}" type="presParOf" srcId="{F28C234D-F3F9-4419-AF2D-04C21CB7C6D0}" destId="{7A4887FF-212D-4978-B1A4-ABED877A52E1}" srcOrd="4" destOrd="0" presId="urn:microsoft.com/office/officeart/2008/layout/LinedList"/>
    <dgm:cxn modelId="{71E08D54-D89A-4EC2-B272-F54CB276A390}" type="presParOf" srcId="{7A4887FF-212D-4978-B1A4-ABED877A52E1}" destId="{114F2583-255F-4A0D-B2EB-408287FCF969}" srcOrd="0" destOrd="0" presId="urn:microsoft.com/office/officeart/2008/layout/LinedList"/>
    <dgm:cxn modelId="{11527A18-0536-4407-9B1E-EA14BA2F2C77}" type="presParOf" srcId="{7A4887FF-212D-4978-B1A4-ABED877A52E1}" destId="{821AA6B6-BD1A-470A-8DB2-D1220113BCF8}" srcOrd="1" destOrd="0" presId="urn:microsoft.com/office/officeart/2008/layout/LinedList"/>
    <dgm:cxn modelId="{5DBD914F-B4A4-4803-9967-FA7D7FC1D68B}" type="presParOf" srcId="{7A4887FF-212D-4978-B1A4-ABED877A52E1}" destId="{6C8BA73A-067B-482F-8010-6C17F2BB315F}" srcOrd="2" destOrd="0" presId="urn:microsoft.com/office/officeart/2008/layout/LinedList"/>
    <dgm:cxn modelId="{85516AAA-6E53-4F5C-8417-FE5E5F5DFEF6}" type="presParOf" srcId="{F28C234D-F3F9-4419-AF2D-04C21CB7C6D0}" destId="{3094868E-CD87-4B52-8A5B-B8E40065A612}" srcOrd="5" destOrd="0" presId="urn:microsoft.com/office/officeart/2008/layout/LinedList"/>
    <dgm:cxn modelId="{E1A1AAB4-E183-47D1-8566-28A5A32C0754}" type="presParOf" srcId="{F28C234D-F3F9-4419-AF2D-04C21CB7C6D0}" destId="{4D33F8B7-6D23-436A-B357-A8A690BE9180}" srcOrd="6" destOrd="0" presId="urn:microsoft.com/office/officeart/2008/layout/LinedList"/>
    <dgm:cxn modelId="{F0AF51EB-116A-4300-A5DD-CB04B1C49C6D}" type="presParOf" srcId="{F28C234D-F3F9-4419-AF2D-04C21CB7C6D0}" destId="{EA7680AD-1604-4143-B1E9-3E823A854398}" srcOrd="7" destOrd="0" presId="urn:microsoft.com/office/officeart/2008/layout/LinedList"/>
    <dgm:cxn modelId="{18F93ED6-CB33-47D4-A763-E33DE2C044B1}" type="presParOf" srcId="{EA7680AD-1604-4143-B1E9-3E823A854398}" destId="{7158704C-2848-4B06-9561-01E9C99A4A5B}" srcOrd="0" destOrd="0" presId="urn:microsoft.com/office/officeart/2008/layout/LinedList"/>
    <dgm:cxn modelId="{6ECD5D44-4561-4667-892F-6DE269A191A4}" type="presParOf" srcId="{EA7680AD-1604-4143-B1E9-3E823A854398}" destId="{57888161-F822-4120-BD81-DB124740FB98}" srcOrd="1" destOrd="0" presId="urn:microsoft.com/office/officeart/2008/layout/LinedList"/>
    <dgm:cxn modelId="{A9CD92D1-EC83-41E8-A829-1CBB5CD04D50}" type="presParOf" srcId="{EA7680AD-1604-4143-B1E9-3E823A854398}" destId="{0DEDF575-BEF7-49F4-B041-AB165E4449BC}" srcOrd="2" destOrd="0" presId="urn:microsoft.com/office/officeart/2008/layout/LinedList"/>
    <dgm:cxn modelId="{17067FAE-F482-4139-AE24-DCE8F30A15A2}" type="presParOf" srcId="{F28C234D-F3F9-4419-AF2D-04C21CB7C6D0}" destId="{58EEE6ED-9A0B-4703-BC5E-F9130023A586}" srcOrd="8" destOrd="0" presId="urn:microsoft.com/office/officeart/2008/layout/LinedList"/>
    <dgm:cxn modelId="{978B9342-CFFE-4286-9B77-D2C274C36795}" type="presParOf" srcId="{F28C234D-F3F9-4419-AF2D-04C21CB7C6D0}" destId="{AEFFD4AA-3C59-4CB1-AF6A-62AA89DC8E5A}" srcOrd="9" destOrd="0" presId="urn:microsoft.com/office/officeart/2008/layout/LinedList"/>
    <dgm:cxn modelId="{74650152-9023-48DB-85A9-2984EAAA0C46}" type="presParOf" srcId="{F28C234D-F3F9-4419-AF2D-04C21CB7C6D0}" destId="{DC018429-AE79-4126-8747-39A977617469}" srcOrd="10" destOrd="0" presId="urn:microsoft.com/office/officeart/2008/layout/LinedList"/>
    <dgm:cxn modelId="{B0997B47-14A8-43C6-B357-B02E3F94FF1B}" type="presParOf" srcId="{DC018429-AE79-4126-8747-39A977617469}" destId="{5E344DF2-66D3-40B0-8006-8AE778CEEC84}" srcOrd="0" destOrd="0" presId="urn:microsoft.com/office/officeart/2008/layout/LinedList"/>
    <dgm:cxn modelId="{CFEC00E0-C81E-4F20-AC1B-C92F88F72E56}" type="presParOf" srcId="{DC018429-AE79-4126-8747-39A977617469}" destId="{437F339D-261E-4ED9-A55D-93C60E2E52E5}" srcOrd="1" destOrd="0" presId="urn:microsoft.com/office/officeart/2008/layout/LinedList"/>
    <dgm:cxn modelId="{89F85CDC-72CC-49DF-A864-4E639FBDF86E}" type="presParOf" srcId="{DC018429-AE79-4126-8747-39A977617469}" destId="{CBC5E5EA-DC3E-4124-8CBE-13C3DA1C2B86}" srcOrd="2" destOrd="0" presId="urn:microsoft.com/office/officeart/2008/layout/LinedList"/>
    <dgm:cxn modelId="{B7B14EC7-FC8F-492F-93E2-63C78FF40E78}" type="presParOf" srcId="{F28C234D-F3F9-4419-AF2D-04C21CB7C6D0}" destId="{0FB00610-A5ED-41CC-B570-E44AD969A883}" srcOrd="11" destOrd="0" presId="urn:microsoft.com/office/officeart/2008/layout/LinedList"/>
    <dgm:cxn modelId="{D5198834-39A7-4775-9715-6DC05EF6B4D3}" type="presParOf" srcId="{F28C234D-F3F9-4419-AF2D-04C21CB7C6D0}" destId="{03175287-F8A7-4FC9-977C-A9E9D215A418}" srcOrd="12" destOrd="0" presId="urn:microsoft.com/office/officeart/2008/layout/LinedList"/>
    <dgm:cxn modelId="{4557F187-4DB0-48BD-9D0E-EB9BD0959C63}" type="presParOf" srcId="{F28C234D-F3F9-4419-AF2D-04C21CB7C6D0}" destId="{FF44728A-9FEC-4C66-891E-3AC201CBBC6E}" srcOrd="13" destOrd="0" presId="urn:microsoft.com/office/officeart/2008/layout/LinedList"/>
    <dgm:cxn modelId="{BED35876-9FB5-4B26-B795-0380DBD9D5B9}" type="presParOf" srcId="{FF44728A-9FEC-4C66-891E-3AC201CBBC6E}" destId="{08D0FF2C-F6C1-4758-B009-1544BE101B86}" srcOrd="0" destOrd="0" presId="urn:microsoft.com/office/officeart/2008/layout/LinedList"/>
    <dgm:cxn modelId="{2968196D-11C0-40A9-8900-911DDEDDBB24}" type="presParOf" srcId="{FF44728A-9FEC-4C66-891E-3AC201CBBC6E}" destId="{53F2EEC9-350A-48B3-929D-3352AD44C300}" srcOrd="1" destOrd="0" presId="urn:microsoft.com/office/officeart/2008/layout/LinedList"/>
    <dgm:cxn modelId="{A10F5FA2-D0FE-4AB5-AAF5-BB9CA94B3958}" type="presParOf" srcId="{FF44728A-9FEC-4C66-891E-3AC201CBBC6E}" destId="{39A2770F-C24E-43D4-91DE-FAA83D85D4DE}" srcOrd="2" destOrd="0" presId="urn:microsoft.com/office/officeart/2008/layout/LinedList"/>
    <dgm:cxn modelId="{404178A3-FAB3-4F69-BF9C-C04F791216AA}" type="presParOf" srcId="{F28C234D-F3F9-4419-AF2D-04C21CB7C6D0}" destId="{6CD81232-D367-453F-8832-0153AB527565}" srcOrd="14" destOrd="0" presId="urn:microsoft.com/office/officeart/2008/layout/LinedList"/>
    <dgm:cxn modelId="{46006B5D-F4B8-47BD-B3ED-EC3568159925}" type="presParOf" srcId="{F28C234D-F3F9-4419-AF2D-04C21CB7C6D0}" destId="{9FE56BC4-2A30-416D-9C94-159D2F8666C1}" srcOrd="15" destOrd="0" presId="urn:microsoft.com/office/officeart/2008/layout/LinedList"/>
    <dgm:cxn modelId="{3E4E371F-06E6-4F8E-B339-23B5F519D027}" type="presParOf" srcId="{F28C234D-F3F9-4419-AF2D-04C21CB7C6D0}" destId="{2D5828F5-7891-460D-A688-2C3EAD72A06C}" srcOrd="16" destOrd="0" presId="urn:microsoft.com/office/officeart/2008/layout/LinedList"/>
    <dgm:cxn modelId="{08C87ADD-0976-4B11-9D76-0A90C64DAB64}" type="presParOf" srcId="{2D5828F5-7891-460D-A688-2C3EAD72A06C}" destId="{856A9921-7292-423E-AD74-DD4AE16D3F8F}" srcOrd="0" destOrd="0" presId="urn:microsoft.com/office/officeart/2008/layout/LinedList"/>
    <dgm:cxn modelId="{66044C1F-EAF4-4131-9639-C6A33C983D99}" type="presParOf" srcId="{2D5828F5-7891-460D-A688-2C3EAD72A06C}" destId="{9E9D0B80-A962-4C46-A95B-7A25FD965715}" srcOrd="1" destOrd="0" presId="urn:microsoft.com/office/officeart/2008/layout/LinedList"/>
    <dgm:cxn modelId="{848CEAEE-A033-4454-9E69-5E82EFF0DF65}" type="presParOf" srcId="{2D5828F5-7891-460D-A688-2C3EAD72A06C}" destId="{4A1B30EB-0191-49A0-8445-A0A0EE074FCB}" srcOrd="2" destOrd="0" presId="urn:microsoft.com/office/officeart/2008/layout/LinedList"/>
    <dgm:cxn modelId="{BA920F26-2DB7-4035-A919-52EEC8320226}" type="presParOf" srcId="{F28C234D-F3F9-4419-AF2D-04C21CB7C6D0}" destId="{49F47D2D-1BB6-4F00-9612-CE55A5CA7BA2}" srcOrd="17" destOrd="0" presId="urn:microsoft.com/office/officeart/2008/layout/LinedList"/>
    <dgm:cxn modelId="{364A7C55-73D8-4DC4-9D57-5C4121D8E364}" type="presParOf" srcId="{F28C234D-F3F9-4419-AF2D-04C21CB7C6D0}" destId="{F7306B65-5D65-4533-96C6-0248F0DFA2A4}" srcOrd="18" destOrd="0" presId="urn:microsoft.com/office/officeart/2008/layout/LinedList"/>
    <dgm:cxn modelId="{372443D9-9819-4669-AEB0-FF6694CD5519}" type="presParOf" srcId="{F28C234D-F3F9-4419-AF2D-04C21CB7C6D0}" destId="{A4E68BEF-9289-4BBC-88D2-7C463F7D25B5}" srcOrd="19" destOrd="0" presId="urn:microsoft.com/office/officeart/2008/layout/LinedList"/>
    <dgm:cxn modelId="{54529E86-4B51-4319-A5BF-31E955E7698C}" type="presParOf" srcId="{A4E68BEF-9289-4BBC-88D2-7C463F7D25B5}" destId="{3DA8D77F-D3F8-456B-9942-0A181EC293B0}" srcOrd="0" destOrd="0" presId="urn:microsoft.com/office/officeart/2008/layout/LinedList"/>
    <dgm:cxn modelId="{C2706980-3FDA-42E8-95C7-A1648974910E}" type="presParOf" srcId="{A4E68BEF-9289-4BBC-88D2-7C463F7D25B5}" destId="{58E4132B-A384-4C78-A742-6824A6949973}" srcOrd="1" destOrd="0" presId="urn:microsoft.com/office/officeart/2008/layout/LinedList"/>
    <dgm:cxn modelId="{77EE4399-2B09-4DAD-8B08-D518A7466C4F}" type="presParOf" srcId="{A4E68BEF-9289-4BBC-88D2-7C463F7D25B5}" destId="{99D9BF17-4B7E-4161-99A5-D2375E0A36B3}" srcOrd="2" destOrd="0" presId="urn:microsoft.com/office/officeart/2008/layout/LinedList"/>
    <dgm:cxn modelId="{A68CBC2E-667D-4AFE-B9C4-33CD0FED0919}" type="presParOf" srcId="{F28C234D-F3F9-4419-AF2D-04C21CB7C6D0}" destId="{CED9AA58-8C27-47B7-9807-5BB0129A8080}" srcOrd="20" destOrd="0" presId="urn:microsoft.com/office/officeart/2008/layout/LinedList"/>
    <dgm:cxn modelId="{F0281A93-D2F7-40E5-AF33-B1BDFD7965CC}" type="presParOf" srcId="{F28C234D-F3F9-4419-AF2D-04C21CB7C6D0}" destId="{A9923455-51E0-4A0A-9097-DEB7C9ACE587}" srcOrd="2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6FBEB6-A866-4995-B7D1-4DC294A66B28}">
      <dsp:nvSpPr>
        <dsp:cNvPr id="0" name=""/>
        <dsp:cNvSpPr/>
      </dsp:nvSpPr>
      <dsp:spPr>
        <a:xfrm>
          <a:off x="0" y="0"/>
          <a:ext cx="106912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1B7D66-8D9C-4249-8007-AA136E2B368F}">
      <dsp:nvSpPr>
        <dsp:cNvPr id="0" name=""/>
        <dsp:cNvSpPr/>
      </dsp:nvSpPr>
      <dsp:spPr>
        <a:xfrm>
          <a:off x="0" y="0"/>
          <a:ext cx="2138253" cy="5123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6500" kern="1200"/>
            <a:t>목차</a:t>
          </a:r>
          <a:endParaRPr lang="en-US" sz="6500" kern="1200"/>
        </a:p>
      </dsp:txBody>
      <dsp:txXfrm>
        <a:off x="0" y="0"/>
        <a:ext cx="2138253" cy="5123688"/>
      </dsp:txXfrm>
    </dsp:sp>
    <dsp:sp modelId="{51829B23-D723-48F7-8557-22D88233F2D0}">
      <dsp:nvSpPr>
        <dsp:cNvPr id="0" name=""/>
        <dsp:cNvSpPr/>
      </dsp:nvSpPr>
      <dsp:spPr>
        <a:xfrm>
          <a:off x="2298621" y="34587"/>
          <a:ext cx="8392643" cy="691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600" kern="1200" dirty="0"/>
            <a:t>프로젝트 주제 및 목표</a:t>
          </a:r>
          <a:endParaRPr lang="en-US" sz="2600" kern="1200" dirty="0"/>
        </a:p>
      </dsp:txBody>
      <dsp:txXfrm>
        <a:off x="2298621" y="34587"/>
        <a:ext cx="8392643" cy="691747"/>
      </dsp:txXfrm>
    </dsp:sp>
    <dsp:sp modelId="{663D93FD-23EC-4577-9CE1-6047E3E259D0}">
      <dsp:nvSpPr>
        <dsp:cNvPr id="0" name=""/>
        <dsp:cNvSpPr/>
      </dsp:nvSpPr>
      <dsp:spPr>
        <a:xfrm>
          <a:off x="2138253" y="726335"/>
          <a:ext cx="85530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1AA6B6-BD1A-470A-8DB2-D1220113BCF8}">
      <dsp:nvSpPr>
        <dsp:cNvPr id="0" name=""/>
        <dsp:cNvSpPr/>
      </dsp:nvSpPr>
      <dsp:spPr>
        <a:xfrm>
          <a:off x="2298621" y="760922"/>
          <a:ext cx="8392643" cy="691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600" kern="1200"/>
            <a:t>환경 및 데이터셋 설명</a:t>
          </a:r>
          <a:endParaRPr lang="en-US" sz="2600" kern="1200"/>
        </a:p>
      </dsp:txBody>
      <dsp:txXfrm>
        <a:off x="2298621" y="760922"/>
        <a:ext cx="8392643" cy="691747"/>
      </dsp:txXfrm>
    </dsp:sp>
    <dsp:sp modelId="{3094868E-CD87-4B52-8A5B-B8E40065A612}">
      <dsp:nvSpPr>
        <dsp:cNvPr id="0" name=""/>
        <dsp:cNvSpPr/>
      </dsp:nvSpPr>
      <dsp:spPr>
        <a:xfrm>
          <a:off x="2138253" y="1452670"/>
          <a:ext cx="85530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888161-F822-4120-BD81-DB124740FB98}">
      <dsp:nvSpPr>
        <dsp:cNvPr id="0" name=""/>
        <dsp:cNvSpPr/>
      </dsp:nvSpPr>
      <dsp:spPr>
        <a:xfrm>
          <a:off x="2298621" y="1487258"/>
          <a:ext cx="8392643" cy="691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State, Action, Reward </a:t>
          </a:r>
          <a:r>
            <a:rPr lang="ko-KR" sz="2600" kern="1200"/>
            <a:t>설계</a:t>
          </a:r>
          <a:endParaRPr lang="en-US" sz="2600" kern="1200"/>
        </a:p>
      </dsp:txBody>
      <dsp:txXfrm>
        <a:off x="2298621" y="1487258"/>
        <a:ext cx="8392643" cy="691747"/>
      </dsp:txXfrm>
    </dsp:sp>
    <dsp:sp modelId="{58EEE6ED-9A0B-4703-BC5E-F9130023A586}">
      <dsp:nvSpPr>
        <dsp:cNvPr id="0" name=""/>
        <dsp:cNvSpPr/>
      </dsp:nvSpPr>
      <dsp:spPr>
        <a:xfrm>
          <a:off x="2138253" y="2179005"/>
          <a:ext cx="85530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7F339D-261E-4ED9-A55D-93C60E2E52E5}">
      <dsp:nvSpPr>
        <dsp:cNvPr id="0" name=""/>
        <dsp:cNvSpPr/>
      </dsp:nvSpPr>
      <dsp:spPr>
        <a:xfrm>
          <a:off x="2298621" y="2213593"/>
          <a:ext cx="8392643" cy="691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600" kern="1200"/>
            <a:t>강화학습 알고리즘 및 </a:t>
          </a:r>
          <a:r>
            <a:rPr lang="en-US" sz="2600" kern="1200"/>
            <a:t>Hyperparameter </a:t>
          </a:r>
          <a:r>
            <a:rPr lang="ko-KR" sz="2600" kern="1200"/>
            <a:t>설명</a:t>
          </a:r>
          <a:endParaRPr lang="en-US" sz="2600" kern="1200"/>
        </a:p>
      </dsp:txBody>
      <dsp:txXfrm>
        <a:off x="2298621" y="2213593"/>
        <a:ext cx="8392643" cy="691747"/>
      </dsp:txXfrm>
    </dsp:sp>
    <dsp:sp modelId="{0FB00610-A5ED-41CC-B570-E44AD969A883}">
      <dsp:nvSpPr>
        <dsp:cNvPr id="0" name=""/>
        <dsp:cNvSpPr/>
      </dsp:nvSpPr>
      <dsp:spPr>
        <a:xfrm>
          <a:off x="2138253" y="2905341"/>
          <a:ext cx="85530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F2EEC9-350A-48B3-929D-3352AD44C300}">
      <dsp:nvSpPr>
        <dsp:cNvPr id="0" name=""/>
        <dsp:cNvSpPr/>
      </dsp:nvSpPr>
      <dsp:spPr>
        <a:xfrm>
          <a:off x="2298621" y="2939928"/>
          <a:ext cx="8392643" cy="691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600" kern="1200"/>
            <a:t>실험 셋업</a:t>
          </a:r>
          <a:endParaRPr lang="en-US" sz="2600" kern="1200"/>
        </a:p>
      </dsp:txBody>
      <dsp:txXfrm>
        <a:off x="2298621" y="2939928"/>
        <a:ext cx="8392643" cy="691747"/>
      </dsp:txXfrm>
    </dsp:sp>
    <dsp:sp modelId="{6CD81232-D367-453F-8832-0153AB527565}">
      <dsp:nvSpPr>
        <dsp:cNvPr id="0" name=""/>
        <dsp:cNvSpPr/>
      </dsp:nvSpPr>
      <dsp:spPr>
        <a:xfrm>
          <a:off x="2138253" y="3631676"/>
          <a:ext cx="85530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9D0B80-A962-4C46-A95B-7A25FD965715}">
      <dsp:nvSpPr>
        <dsp:cNvPr id="0" name=""/>
        <dsp:cNvSpPr/>
      </dsp:nvSpPr>
      <dsp:spPr>
        <a:xfrm>
          <a:off x="2298621" y="3666263"/>
          <a:ext cx="8392643" cy="691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600" kern="1200"/>
            <a:t>실험 결과</a:t>
          </a:r>
          <a:endParaRPr lang="en-US" sz="2600" kern="1200"/>
        </a:p>
      </dsp:txBody>
      <dsp:txXfrm>
        <a:off x="2298621" y="3666263"/>
        <a:ext cx="8392643" cy="691747"/>
      </dsp:txXfrm>
    </dsp:sp>
    <dsp:sp modelId="{49F47D2D-1BB6-4F00-9612-CE55A5CA7BA2}">
      <dsp:nvSpPr>
        <dsp:cNvPr id="0" name=""/>
        <dsp:cNvSpPr/>
      </dsp:nvSpPr>
      <dsp:spPr>
        <a:xfrm>
          <a:off x="2138253" y="4358011"/>
          <a:ext cx="85530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E4132B-A384-4C78-A742-6824A6949973}">
      <dsp:nvSpPr>
        <dsp:cNvPr id="0" name=""/>
        <dsp:cNvSpPr/>
      </dsp:nvSpPr>
      <dsp:spPr>
        <a:xfrm>
          <a:off x="2298621" y="4392599"/>
          <a:ext cx="8392643" cy="691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600" kern="1200"/>
            <a:t>토의 및 결론</a:t>
          </a:r>
          <a:endParaRPr lang="en-US" sz="2600" kern="1200"/>
        </a:p>
      </dsp:txBody>
      <dsp:txXfrm>
        <a:off x="2298621" y="4392599"/>
        <a:ext cx="8392643" cy="691747"/>
      </dsp:txXfrm>
    </dsp:sp>
    <dsp:sp modelId="{CED9AA58-8C27-47B7-9807-5BB0129A8080}">
      <dsp:nvSpPr>
        <dsp:cNvPr id="0" name=""/>
        <dsp:cNvSpPr/>
      </dsp:nvSpPr>
      <dsp:spPr>
        <a:xfrm>
          <a:off x="2138253" y="5084347"/>
          <a:ext cx="85530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54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49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173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343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67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456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107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590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802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617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644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50" spc="4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50" spc="4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0581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none" spc="8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 spc="4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 spc="4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4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4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4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AFEBEB0-365B-2367-A877-B384E7117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102" y="960594"/>
            <a:ext cx="5828114" cy="4936812"/>
          </a:xfrm>
        </p:spPr>
        <p:txBody>
          <a:bodyPr anchor="ctr">
            <a:normAutofit/>
          </a:bodyPr>
          <a:lstStyle/>
          <a:p>
            <a:pPr algn="r"/>
            <a:r>
              <a:rPr lang="ko-KR" altLang="en-US" sz="6000"/>
              <a:t>강화학습 과제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ACF060B-3E7B-54E7-E751-73BEFDD85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02185" y="1390650"/>
            <a:ext cx="3019423" cy="4076700"/>
          </a:xfrm>
        </p:spPr>
        <p:txBody>
          <a:bodyPr anchor="ctr">
            <a:normAutofit/>
          </a:bodyPr>
          <a:lstStyle/>
          <a:p>
            <a:r>
              <a:rPr lang="en-US" altLang="ko-KR" sz="2200"/>
              <a:t>A71031</a:t>
            </a:r>
            <a:r>
              <a:rPr lang="ko-KR" altLang="en-US" sz="2200"/>
              <a:t> 설위준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315200" y="1733549"/>
            <a:ext cx="0" cy="3390901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6017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내용 개체 틀 2">
            <a:extLst>
              <a:ext uri="{FF2B5EF4-FFF2-40B4-BE49-F238E27FC236}">
                <a16:creationId xmlns:a16="http://schemas.microsoft.com/office/drawing/2014/main" id="{2B925FA1-58FE-266E-07B7-FCC89E56F5C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838200"/>
          <a:ext cx="10691265" cy="5123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5589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B3CA38D-7BB0-4D35-BE00-0F4876602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3416153-5011-5EA3-7326-2C4BEEFC4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3218"/>
            <a:ext cx="10691265" cy="1371030"/>
          </a:xfrm>
        </p:spPr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프로젝트 주제 및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33F6D1-2F39-013E-14E4-4820C0EA2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691265" cy="3739896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sz="1100" dirty="0"/>
              <a:t>본 프로젝트의 목표는 </a:t>
            </a:r>
            <a:r>
              <a:rPr lang="ko-KR" altLang="en-US" sz="1100" dirty="0" err="1"/>
              <a:t>이커머스</a:t>
            </a:r>
            <a:r>
              <a:rPr lang="ko-KR" altLang="en-US" sz="1100" dirty="0"/>
              <a:t> </a:t>
            </a:r>
            <a:r>
              <a:rPr lang="en-US" altLang="ko-KR" sz="1100" dirty="0"/>
              <a:t>URL </a:t>
            </a:r>
            <a:r>
              <a:rPr lang="ko-KR" altLang="en-US" sz="1100" dirty="0"/>
              <a:t>내 판매 중인 상품페이지에서 수집한 타이틀 정보</a:t>
            </a:r>
            <a:r>
              <a:rPr lang="en-US" altLang="ko-KR" sz="1100" dirty="0"/>
              <a:t>(GOODS_NAME) </a:t>
            </a:r>
            <a:r>
              <a:rPr lang="ko-KR" altLang="en-US" sz="1100" dirty="0"/>
              <a:t>및 옵션 정보</a:t>
            </a:r>
            <a:r>
              <a:rPr lang="en-US" altLang="ko-KR" sz="1100" dirty="0"/>
              <a:t>(GOODS_OPTN_VLU)</a:t>
            </a:r>
            <a:r>
              <a:rPr lang="ko-KR" altLang="en-US" sz="1100" dirty="0"/>
              <a:t>로부터 정확한 모델명</a:t>
            </a:r>
            <a:r>
              <a:rPr lang="en-US" altLang="ko-KR" sz="1100" dirty="0"/>
              <a:t>(MODEL_NAME)</a:t>
            </a:r>
            <a:r>
              <a:rPr lang="ko-KR" altLang="en-US" sz="1100" dirty="0"/>
              <a:t>을 자동으로 추출</a:t>
            </a:r>
            <a:r>
              <a:rPr lang="en-US" altLang="ko-KR" sz="1100" dirty="0"/>
              <a:t>·</a:t>
            </a:r>
            <a:r>
              <a:rPr lang="ko-KR" altLang="en-US" sz="1100" dirty="0"/>
              <a:t>선택하는 강화학습 기반 모델을 구축하는 것이다</a:t>
            </a:r>
            <a:r>
              <a:rPr lang="en-US" altLang="ko-KR" sz="1100" dirty="0"/>
              <a:t>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ko-KR" altLang="en-US" sz="1100" dirty="0"/>
              <a:t>일반적으로 이 문제는 모델명이 명확히 존재하는 경우</a:t>
            </a:r>
            <a:r>
              <a:rPr lang="en-US" altLang="ko-KR" sz="1100" dirty="0"/>
              <a:t>,</a:t>
            </a:r>
            <a:r>
              <a:rPr lang="ko-KR" altLang="en-US" sz="1100" dirty="0"/>
              <a:t> </a:t>
            </a:r>
            <a:r>
              <a:rPr lang="en-US" altLang="ko-KR" sz="1100" dirty="0"/>
              <a:t>Supervised Classification </a:t>
            </a:r>
            <a:r>
              <a:rPr lang="ko-KR" altLang="en-US" sz="1100" dirty="0"/>
              <a:t>또는 </a:t>
            </a:r>
            <a:r>
              <a:rPr lang="en-US" altLang="ko-KR" sz="1100" dirty="0"/>
              <a:t>Rule-based NER </a:t>
            </a:r>
            <a:r>
              <a:rPr lang="ko-KR" altLang="en-US" sz="1100" dirty="0"/>
              <a:t>기반으로 처리된다</a:t>
            </a:r>
            <a:r>
              <a:rPr lang="en-US" altLang="ko-KR" sz="1100" dirty="0"/>
              <a:t>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ko-KR" altLang="en-US" sz="1100" dirty="0"/>
              <a:t>그러나 본 연구에서는 명확한 모델명이 대부분 존재하지 않는 카테고리군을 대상으로 한다</a:t>
            </a:r>
            <a:r>
              <a:rPr lang="en-US" altLang="ko-KR" sz="1100" dirty="0"/>
              <a:t>. </a:t>
            </a:r>
            <a:r>
              <a:rPr lang="ko-KR" altLang="en-US" sz="1100" dirty="0"/>
              <a:t>이에 따라</a:t>
            </a:r>
            <a:r>
              <a:rPr lang="en-US" altLang="ko-KR" sz="1100" dirty="0"/>
              <a:t>,</a:t>
            </a:r>
            <a:r>
              <a:rPr lang="ko-KR" altLang="en-US" sz="1100" dirty="0"/>
              <a:t> 모델명 후보군 중 최적인 선택을 수행하는 정책</a:t>
            </a:r>
            <a:r>
              <a:rPr lang="en-US" altLang="ko-KR" sz="1100" dirty="0"/>
              <a:t>(policy)</a:t>
            </a:r>
            <a:r>
              <a:rPr lang="ko-KR" altLang="en-US" sz="1100" dirty="0"/>
              <a:t>을 강화학습으로 학습함으로써</a:t>
            </a:r>
            <a:r>
              <a:rPr lang="en-US" altLang="ko-KR" sz="1100" dirty="0"/>
              <a:t>,</a:t>
            </a:r>
          </a:p>
          <a:p>
            <a:pPr marL="252000" indent="252000">
              <a:lnSpc>
                <a:spcPct val="110000"/>
              </a:lnSpc>
            </a:pPr>
            <a:r>
              <a:rPr lang="ko-KR" altLang="en-US" sz="1100" dirty="0"/>
              <a:t>희소한 라벨 데이터에서도 효과적인 학습 가능</a:t>
            </a:r>
          </a:p>
          <a:p>
            <a:pPr marL="252000" indent="252000">
              <a:lnSpc>
                <a:spcPct val="110000"/>
              </a:lnSpc>
            </a:pPr>
            <a:r>
              <a:rPr lang="en-US" altLang="ko-KR" sz="1100" dirty="0"/>
              <a:t>reward shaping</a:t>
            </a:r>
            <a:r>
              <a:rPr lang="ko-KR" altLang="en-US" sz="1100" dirty="0"/>
              <a:t>을 통한 성능 향상</a:t>
            </a:r>
          </a:p>
          <a:p>
            <a:pPr marL="252000" indent="252000">
              <a:lnSpc>
                <a:spcPct val="110000"/>
              </a:lnSpc>
            </a:pPr>
            <a:r>
              <a:rPr lang="ko-KR" altLang="en-US" sz="1100" dirty="0"/>
              <a:t>후보군 선택 과정의 불확실성</a:t>
            </a:r>
            <a:r>
              <a:rPr lang="en-US" altLang="ko-KR" sz="1100" dirty="0"/>
              <a:t>(exploration/exploitation)</a:t>
            </a:r>
            <a:r>
              <a:rPr lang="ko-KR" altLang="en-US" sz="1100" dirty="0"/>
              <a:t>을 모델링</a:t>
            </a:r>
            <a:endParaRPr lang="en-US" altLang="ko-KR" sz="1100" dirty="0"/>
          </a:p>
          <a:p>
            <a:pPr marL="0" indent="0">
              <a:lnSpc>
                <a:spcPct val="110000"/>
              </a:lnSpc>
              <a:buNone/>
            </a:pPr>
            <a:r>
              <a:rPr lang="ko-KR" altLang="en-US" sz="1100" dirty="0"/>
              <a:t>과 같은 장점을 기대할 수 있다</a:t>
            </a:r>
            <a:r>
              <a:rPr lang="en-US" altLang="ko-KR" sz="1100" dirty="0"/>
              <a:t>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ko-KR" altLang="en-US" sz="1100" dirty="0"/>
              <a:t>본 프로젝트는 다음 세 알고리즘을 비교하는 것을 목표로 한다</a:t>
            </a:r>
            <a:r>
              <a:rPr lang="en-US" altLang="ko-KR" sz="1100" dirty="0"/>
              <a:t>.</a:t>
            </a:r>
          </a:p>
          <a:p>
            <a:pPr marL="252000" indent="252000">
              <a:lnSpc>
                <a:spcPct val="110000"/>
              </a:lnSpc>
              <a:buFont typeface="+mj-lt"/>
              <a:buAutoNum type="arabicPeriod"/>
            </a:pPr>
            <a:r>
              <a:rPr lang="en-US" altLang="ko-KR" sz="1100" dirty="0"/>
              <a:t>PPO (Proximal Policy Optimization)</a:t>
            </a:r>
          </a:p>
          <a:p>
            <a:pPr marL="252000" indent="252000">
              <a:lnSpc>
                <a:spcPct val="110000"/>
              </a:lnSpc>
              <a:buFont typeface="+mj-lt"/>
              <a:buAutoNum type="arabicPeriod"/>
            </a:pPr>
            <a:r>
              <a:rPr lang="en-US" altLang="ko-KR" sz="1100" dirty="0"/>
              <a:t>A2C (Advantage Actor-Critic)</a:t>
            </a:r>
          </a:p>
          <a:p>
            <a:pPr marL="252000" indent="252000">
              <a:lnSpc>
                <a:spcPct val="110000"/>
              </a:lnSpc>
              <a:buFont typeface="+mj-lt"/>
              <a:buAutoNum type="arabicPeriod"/>
            </a:pPr>
            <a:r>
              <a:rPr lang="en-US" altLang="ko-KR" sz="1100" dirty="0"/>
              <a:t>ε-Greedy Multi-Armed Bandit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514FD1B-A0BF-4C73-A68E-4B1F7299F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8B100A6-1EBC-40AB-BB7E-26807F3CF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0122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540C25-DC02-9A36-20C1-61B31DA8F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B3CA38D-7BB0-4D35-BE00-0F4876602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5CA6B26-C489-80CC-7972-9E37CC1E6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3218"/>
            <a:ext cx="10691265" cy="1371030"/>
          </a:xfrm>
        </p:spPr>
        <p:txBody>
          <a:bodyPr>
            <a:normAutofit/>
          </a:bodyPr>
          <a:lstStyle/>
          <a:p>
            <a:r>
              <a:rPr lang="en-US" altLang="ko-KR"/>
              <a:t>2. </a:t>
            </a:r>
            <a:r>
              <a:rPr lang="ko-KR" altLang="en-US"/>
              <a:t>환경 및 데이터셋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812670-E0E0-62E1-6407-3AAA99E26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691265" cy="3739896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ko-KR" sz="1100" b="1" dirty="0"/>
              <a:t>2.1 </a:t>
            </a:r>
            <a:r>
              <a:rPr lang="ko-KR" altLang="en-US" sz="1100" b="1" dirty="0"/>
              <a:t>데이터셋 구성</a:t>
            </a:r>
            <a:endParaRPr lang="en-US" altLang="ko-KR" sz="1100" b="1" dirty="0"/>
          </a:p>
          <a:p>
            <a:pPr marL="0" indent="0">
              <a:lnSpc>
                <a:spcPct val="110000"/>
              </a:lnSpc>
              <a:buNone/>
            </a:pPr>
            <a:r>
              <a:rPr lang="ko-KR" altLang="en-US" sz="1100" dirty="0"/>
              <a:t>데이터는 타이틀 정보</a:t>
            </a:r>
            <a:r>
              <a:rPr lang="en-US" altLang="ko-KR" sz="1100" dirty="0"/>
              <a:t>, </a:t>
            </a:r>
            <a:r>
              <a:rPr lang="ko-KR" altLang="en-US" sz="1100" dirty="0"/>
              <a:t>옵션 정보</a:t>
            </a:r>
            <a:r>
              <a:rPr lang="en-US" altLang="ko-KR" sz="1100" dirty="0"/>
              <a:t>, </a:t>
            </a:r>
            <a:r>
              <a:rPr lang="ko-KR" altLang="en-US" sz="1100" dirty="0"/>
              <a:t>모델명으로 구성되며</a:t>
            </a:r>
            <a:r>
              <a:rPr lang="en-US" altLang="ko-KR" sz="1100" dirty="0"/>
              <a:t>, </a:t>
            </a:r>
            <a:r>
              <a:rPr lang="ko-KR" altLang="en-US" sz="1100" dirty="0"/>
              <a:t>총 약 </a:t>
            </a:r>
            <a:r>
              <a:rPr lang="en-US" altLang="ko-KR" sz="1100" dirty="0"/>
              <a:t>1,000,000 </a:t>
            </a:r>
            <a:r>
              <a:rPr lang="ko-KR" altLang="en-US" sz="1100" dirty="0"/>
              <a:t>건의 데이터로 구성된다</a:t>
            </a:r>
            <a:r>
              <a:rPr lang="en-US" altLang="ko-KR" sz="1100" dirty="0"/>
              <a:t>.</a:t>
            </a:r>
          </a:p>
          <a:p>
            <a:pPr marL="0" indent="0">
              <a:lnSpc>
                <a:spcPct val="110000"/>
              </a:lnSpc>
              <a:buNone/>
            </a:pPr>
            <a:endParaRPr lang="en-US" altLang="ko-KR" sz="100" dirty="0"/>
          </a:p>
          <a:p>
            <a:pPr marL="0" indent="0">
              <a:lnSpc>
                <a:spcPct val="110000"/>
              </a:lnSpc>
              <a:buNone/>
            </a:pPr>
            <a:r>
              <a:rPr lang="ko-KR" altLang="en-US" sz="1100" dirty="0"/>
              <a:t>예시 </a:t>
            </a:r>
            <a:r>
              <a:rPr lang="en-US" altLang="ko-KR" sz="1100" dirty="0"/>
              <a:t>: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514FD1B-A0BF-4C73-A68E-4B1F7299F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B100A6-1EBC-40AB-BB7E-26807F3CF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E5DD116-9C0E-1976-A525-E0D0C56FE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631445"/>
              </p:ext>
            </p:extLst>
          </p:nvPr>
        </p:nvGraphicFramePr>
        <p:xfrm>
          <a:off x="6195465" y="3393170"/>
          <a:ext cx="5295900" cy="2077304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361391073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35325738"/>
                    </a:ext>
                  </a:extLst>
                </a:gridCol>
              </a:tblGrid>
              <a:tr h="51932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컬럼명</a:t>
                      </a:r>
                      <a:endParaRPr lang="ko-KR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6550450"/>
                  </a:ext>
                </a:extLst>
              </a:tr>
              <a:tr h="51932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GOODS_NAME</a:t>
                      </a:r>
                      <a:endParaRPr lang="ko-KR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타이틀 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460929"/>
                  </a:ext>
                </a:extLst>
              </a:tr>
              <a:tr h="51932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GOODS_OPTN_VLU</a:t>
                      </a:r>
                      <a:endParaRPr lang="ko-KR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옵션 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3562652"/>
                  </a:ext>
                </a:extLst>
              </a:tr>
              <a:tr h="51932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MODEL_NAME</a:t>
                      </a:r>
                      <a:endParaRPr lang="ko-KR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실제 모델명 라벨 및 수량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23701096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F9044009-3BEE-FF34-775F-0021B743A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3393170"/>
            <a:ext cx="5295901" cy="207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874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EAC71-1905-7292-C6EA-BFEF75B53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896621-A287-FEA4-5AFC-83338E4B5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3218"/>
            <a:ext cx="10691265" cy="1371030"/>
          </a:xfrm>
        </p:spPr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환경 및 데이터셋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1626E1-2038-0C84-5A6E-1F2524E6B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691265" cy="3739896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ko-KR" sz="1100" b="1" dirty="0"/>
              <a:t>2.2 </a:t>
            </a:r>
            <a:r>
              <a:rPr lang="ko-KR" altLang="en-US" sz="1100" b="1" dirty="0"/>
              <a:t>데이터 </a:t>
            </a:r>
            <a:r>
              <a:rPr lang="ko-KR" altLang="en-US" sz="1100" b="1" dirty="0" err="1"/>
              <a:t>전처리</a:t>
            </a:r>
            <a:r>
              <a:rPr lang="en-US" altLang="ko-KR" sz="1100" b="1" dirty="0"/>
              <a:t> (Preprocessing)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ko-KR" altLang="en-US" sz="1100" dirty="0"/>
              <a:t>강화학습 속도 최적화를 위해 다음 단계를 수행한다</a:t>
            </a:r>
            <a:r>
              <a:rPr lang="en-US" altLang="ko-KR" sz="1100" dirty="0"/>
              <a:t>.</a:t>
            </a:r>
          </a:p>
          <a:p>
            <a:pPr marL="0" indent="0">
              <a:lnSpc>
                <a:spcPct val="110000"/>
              </a:lnSpc>
              <a:buNone/>
            </a:pPr>
            <a:endParaRPr lang="en-US" altLang="ko-KR" sz="100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100" dirty="0"/>
              <a:t>1) </a:t>
            </a:r>
            <a:r>
              <a:rPr lang="ko-KR" altLang="en-US" sz="1100" dirty="0"/>
              <a:t>텍스트 정제</a:t>
            </a:r>
            <a:endParaRPr lang="en-US" altLang="ko-KR" sz="1100" dirty="0"/>
          </a:p>
          <a:p>
            <a:pPr marL="252000" indent="252000">
              <a:lnSpc>
                <a:spcPct val="110000"/>
              </a:lnSpc>
            </a:pPr>
            <a:r>
              <a:rPr lang="ko-KR" altLang="en-US" sz="1100" dirty="0"/>
              <a:t>특수문자 제거</a:t>
            </a:r>
          </a:p>
          <a:p>
            <a:pPr marL="252000" indent="252000">
              <a:lnSpc>
                <a:spcPct val="110000"/>
              </a:lnSpc>
            </a:pPr>
            <a:r>
              <a:rPr lang="ko-KR" altLang="en-US" sz="1100" dirty="0"/>
              <a:t>공백</a:t>
            </a:r>
            <a:r>
              <a:rPr lang="en-US" altLang="ko-KR" sz="1100" dirty="0"/>
              <a:t>, </a:t>
            </a:r>
            <a:r>
              <a:rPr lang="ko-KR" altLang="en-US" sz="1100" dirty="0"/>
              <a:t>중복 문자열 정규화</a:t>
            </a:r>
          </a:p>
          <a:p>
            <a:pPr marL="252000" indent="252000">
              <a:lnSpc>
                <a:spcPct val="110000"/>
              </a:lnSpc>
            </a:pPr>
            <a:r>
              <a:rPr lang="ko-KR" altLang="en-US" sz="1100" dirty="0"/>
              <a:t>옵션 텍스트가 없는 경우 공백 처리</a:t>
            </a:r>
            <a:endParaRPr lang="en-US" altLang="ko-KR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100" dirty="0"/>
              <a:t>2) BERT </a:t>
            </a:r>
            <a:r>
              <a:rPr lang="ko-KR" altLang="en-US" sz="1100" dirty="0"/>
              <a:t>기반 문장 </a:t>
            </a:r>
            <a:r>
              <a:rPr lang="ko-KR" altLang="en-US" sz="1100" dirty="0" err="1"/>
              <a:t>임베딩</a:t>
            </a:r>
            <a:r>
              <a:rPr lang="ko-KR" altLang="en-US" sz="1100" dirty="0"/>
              <a:t> 사전 생성 </a:t>
            </a:r>
            <a:r>
              <a:rPr lang="en-US" altLang="ko-KR" sz="1100" dirty="0"/>
              <a:t>(Pre-computed Embedding)</a:t>
            </a:r>
          </a:p>
          <a:p>
            <a:pPr marL="252000" indent="252000">
              <a:lnSpc>
                <a:spcPct val="110000"/>
              </a:lnSpc>
            </a:pPr>
            <a:r>
              <a:rPr lang="ko-KR" altLang="en-US" sz="1100" dirty="0"/>
              <a:t>강화학습 환경에서 매 에피소드마다 </a:t>
            </a:r>
            <a:r>
              <a:rPr lang="en-US" altLang="ko-KR" sz="1100" dirty="0"/>
              <a:t>BERT</a:t>
            </a:r>
            <a:r>
              <a:rPr lang="ko-KR" altLang="en-US" sz="1100" dirty="0"/>
              <a:t>를 호출하면 극도로 느리므로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DistilBERT</a:t>
            </a:r>
            <a:r>
              <a:rPr lang="ko-KR" altLang="en-US" sz="1100" dirty="0"/>
              <a:t>를 사용하여 모든 텍스트를 미리 </a:t>
            </a:r>
            <a:r>
              <a:rPr lang="ko-KR" altLang="en-US" sz="1100" dirty="0" err="1"/>
              <a:t>임베딩하였다</a:t>
            </a:r>
            <a:r>
              <a:rPr lang="en-US" altLang="ko-KR" sz="1100" dirty="0"/>
              <a:t>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100" dirty="0"/>
              <a:t>3) </a:t>
            </a:r>
            <a:r>
              <a:rPr lang="ko-KR" altLang="en-US" sz="1100" dirty="0"/>
              <a:t>학습</a:t>
            </a:r>
            <a:r>
              <a:rPr lang="en-US" altLang="ko-KR" sz="1100" dirty="0"/>
              <a:t>/</a:t>
            </a:r>
            <a:r>
              <a:rPr lang="ko-KR" altLang="en-US" sz="1100" dirty="0"/>
              <a:t>평가 데이터 분리</a:t>
            </a:r>
            <a:endParaRPr lang="en-US" altLang="ko-KR" sz="1100" dirty="0"/>
          </a:p>
          <a:p>
            <a:pPr marL="252000" indent="252000">
              <a:lnSpc>
                <a:spcPct val="110000"/>
              </a:lnSpc>
            </a:pPr>
            <a:r>
              <a:rPr lang="en-US" altLang="ko-KR" sz="1100" dirty="0"/>
              <a:t>Train: 80%</a:t>
            </a:r>
          </a:p>
          <a:p>
            <a:pPr marL="252000" indent="252000">
              <a:lnSpc>
                <a:spcPct val="110000"/>
              </a:lnSpc>
            </a:pPr>
            <a:r>
              <a:rPr lang="en-US" altLang="ko-KR" sz="1100" dirty="0"/>
              <a:t>Test: 20%</a:t>
            </a:r>
          </a:p>
        </p:txBody>
      </p:sp>
    </p:spTree>
    <p:extLst>
      <p:ext uri="{BB962C8B-B14F-4D97-AF65-F5344CB8AC3E}">
        <p14:creationId xmlns:p14="http://schemas.microsoft.com/office/powerpoint/2010/main" val="1025149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296AB-4665-F815-2FC9-30FD2A0F9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FFB85C-03E8-CA7B-514A-24211D589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3218"/>
            <a:ext cx="10691265" cy="1371030"/>
          </a:xfrm>
        </p:spPr>
        <p:txBody>
          <a:bodyPr>
            <a:normAutofit/>
          </a:bodyPr>
          <a:lstStyle/>
          <a:p>
            <a:r>
              <a:rPr lang="en-US" altLang="ko-KR" dirty="0"/>
              <a:t>3. State, Action, Reward </a:t>
            </a:r>
            <a:r>
              <a:rPr lang="ko-KR" altLang="en-US" dirty="0"/>
              <a:t>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303AB8-D0C8-6CA3-91F2-DDA86C29F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691265" cy="3739896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ko-KR" sz="1100" dirty="0"/>
              <a:t>3.1 State </a:t>
            </a:r>
            <a:r>
              <a:rPr lang="ko-KR" altLang="en-US" sz="1100" dirty="0"/>
              <a:t>설계</a:t>
            </a:r>
            <a:endParaRPr lang="en-US" altLang="ko-KR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100" dirty="0"/>
              <a:t> State</a:t>
            </a:r>
            <a:r>
              <a:rPr lang="ko-KR" altLang="en-US" sz="1100" dirty="0"/>
              <a:t>는 사전 생성한 </a:t>
            </a:r>
            <a:r>
              <a:rPr lang="en-US" altLang="ko-KR" sz="1100" dirty="0"/>
              <a:t>768</a:t>
            </a:r>
            <a:r>
              <a:rPr lang="ko-KR" altLang="en-US" sz="1100" dirty="0"/>
              <a:t>차원 </a:t>
            </a:r>
            <a:r>
              <a:rPr lang="en-US" altLang="ko-KR" sz="1100" dirty="0"/>
              <a:t>BERT </a:t>
            </a:r>
            <a:r>
              <a:rPr lang="ko-KR" altLang="en-US" sz="1100" dirty="0" err="1"/>
              <a:t>임베딩</a:t>
            </a:r>
            <a:r>
              <a:rPr lang="ko-KR" altLang="en-US" sz="1100" dirty="0"/>
              <a:t> 벡터로 정의한다</a:t>
            </a:r>
            <a:r>
              <a:rPr lang="en-US" altLang="ko-KR" sz="1100" dirty="0"/>
              <a:t>.</a:t>
            </a:r>
          </a:p>
          <a:p>
            <a:pPr marL="0" indent="0">
              <a:lnSpc>
                <a:spcPct val="110000"/>
              </a:lnSpc>
              <a:buNone/>
            </a:pPr>
            <a:endParaRPr lang="en-US" altLang="ko-KR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100" dirty="0"/>
              <a:t>3.2 Action </a:t>
            </a:r>
            <a:r>
              <a:rPr lang="ko-KR" altLang="en-US" sz="1100" dirty="0"/>
              <a:t>설계</a:t>
            </a:r>
            <a:endParaRPr lang="en-US" altLang="ko-KR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100" dirty="0"/>
              <a:t> Action</a:t>
            </a:r>
            <a:r>
              <a:rPr lang="ko-KR" altLang="en-US" sz="1100" dirty="0"/>
              <a:t>은 모델명 후보 중 하나를 선택하는 것으로 정의한다</a:t>
            </a:r>
            <a:r>
              <a:rPr lang="en-US" altLang="ko-KR" sz="1100" dirty="0"/>
              <a:t>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100" dirty="0"/>
              <a:t> </a:t>
            </a:r>
            <a:r>
              <a:rPr lang="en-US" altLang="ko-KR" sz="1000" i="1" dirty="0"/>
              <a:t>※ </a:t>
            </a:r>
            <a:r>
              <a:rPr lang="ko-KR" altLang="en-US" sz="1000" i="1" dirty="0"/>
              <a:t>본 프로젝트에서는 정답이 </a:t>
            </a:r>
            <a:r>
              <a:rPr lang="en-US" altLang="ko-KR" sz="1000" i="1" dirty="0"/>
              <a:t>1</a:t>
            </a:r>
            <a:r>
              <a:rPr lang="ko-KR" altLang="en-US" sz="1000" i="1" dirty="0"/>
              <a:t>개이므로 간단히 </a:t>
            </a:r>
            <a:r>
              <a:rPr lang="en-US" altLang="ko-KR" sz="1000" i="1" dirty="0"/>
              <a:t>1</a:t>
            </a:r>
            <a:r>
              <a:rPr lang="ko-KR" altLang="en-US" sz="1000" i="1" dirty="0"/>
              <a:t>개 후보로 구성하였다</a:t>
            </a:r>
            <a:r>
              <a:rPr lang="en-US" altLang="ko-KR" sz="1000" i="1" dirty="0"/>
              <a:t>.</a:t>
            </a:r>
          </a:p>
          <a:p>
            <a:pPr marL="0" indent="0">
              <a:lnSpc>
                <a:spcPct val="110000"/>
              </a:lnSpc>
              <a:buNone/>
            </a:pPr>
            <a:endParaRPr lang="en-US" altLang="ko-KR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100" dirty="0"/>
              <a:t>3.3 Reward </a:t>
            </a:r>
            <a:r>
              <a:rPr lang="ko-KR" altLang="en-US" sz="1100" dirty="0"/>
              <a:t>설계</a:t>
            </a:r>
            <a:endParaRPr lang="en-US" altLang="ko-KR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100" dirty="0"/>
              <a:t> </a:t>
            </a:r>
            <a:r>
              <a:rPr lang="ko-KR" altLang="en-US" sz="1100" dirty="0"/>
              <a:t>정답인지 여부에 따라 </a:t>
            </a:r>
            <a:r>
              <a:rPr lang="en-US" altLang="ko-KR" sz="1100" dirty="0"/>
              <a:t>reward</a:t>
            </a:r>
            <a:r>
              <a:rPr lang="ko-KR" altLang="en-US" sz="1100" dirty="0"/>
              <a:t>를 부여한다</a:t>
            </a:r>
            <a:r>
              <a:rPr lang="en-US" altLang="ko-KR" sz="1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9715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3839C-F871-E6B5-464E-E8FBBA5BA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3A3022-39F7-05F5-721C-C709E3C67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3218"/>
            <a:ext cx="10691265" cy="1371030"/>
          </a:xfrm>
        </p:spPr>
        <p:txBody>
          <a:bodyPr>
            <a:normAutofit/>
          </a:bodyPr>
          <a:lstStyle/>
          <a:p>
            <a:r>
              <a:rPr lang="en-US" altLang="ko-KR" dirty="0"/>
              <a:t>4. </a:t>
            </a:r>
            <a:r>
              <a:rPr lang="ko-KR" altLang="en-US" dirty="0"/>
              <a:t>강화학습 알고리즘 및 </a:t>
            </a:r>
            <a:r>
              <a:rPr lang="en-US" altLang="ko-KR" dirty="0"/>
              <a:t>Hyperparameter </a:t>
            </a:r>
            <a:r>
              <a:rPr lang="ko-KR" altLang="en-US" dirty="0"/>
              <a:t>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F2A801-F5FE-41FB-A9D9-F8D2F50D4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691265" cy="3739896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ko-KR" sz="1100" dirty="0"/>
              <a:t>4.1 </a:t>
            </a:r>
            <a:r>
              <a:rPr lang="ko-KR" altLang="en-US" sz="1100" dirty="0"/>
              <a:t>비교 알고리즘</a:t>
            </a:r>
            <a:endParaRPr lang="en-US" altLang="ko-KR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100" dirty="0"/>
              <a:t>✔ PPO (Proximal Policy Optimization)</a:t>
            </a:r>
          </a:p>
          <a:p>
            <a:pPr marL="252000" indent="252000">
              <a:lnSpc>
                <a:spcPct val="110000"/>
              </a:lnSpc>
            </a:pPr>
            <a:r>
              <a:rPr lang="en-US" altLang="ko-KR" sz="1100" dirty="0"/>
              <a:t>PDF</a:t>
            </a:r>
            <a:r>
              <a:rPr lang="ko-KR" altLang="en-US" sz="1100" dirty="0"/>
              <a:t>에서 학습한 </a:t>
            </a:r>
            <a:r>
              <a:rPr lang="en-US" altLang="ko-KR" sz="1100" dirty="0"/>
              <a:t>clipped objective </a:t>
            </a:r>
            <a:r>
              <a:rPr lang="ko-KR" altLang="en-US" sz="1100" dirty="0"/>
              <a:t>적용</a:t>
            </a:r>
          </a:p>
          <a:p>
            <a:pPr marL="252000" indent="252000">
              <a:lnSpc>
                <a:spcPct val="110000"/>
              </a:lnSpc>
            </a:pPr>
            <a:r>
              <a:rPr lang="ko-KR" altLang="en-US" sz="1100" dirty="0"/>
              <a:t>안정적 업데이트를 위해 </a:t>
            </a:r>
            <a:r>
              <a:rPr lang="en-US" altLang="ko-KR" sz="1100" dirty="0"/>
              <a:t>ratio clipping </a:t>
            </a:r>
            <a:r>
              <a:rPr lang="ko-KR" altLang="en-US" sz="1100" dirty="0"/>
              <a:t>사용</a:t>
            </a:r>
          </a:p>
          <a:p>
            <a:pPr marL="252000" indent="228600">
              <a:lnSpc>
                <a:spcPct val="110000"/>
              </a:lnSpc>
            </a:pPr>
            <a:r>
              <a:rPr lang="ko-KR" altLang="en-US" sz="1100" dirty="0"/>
              <a:t>실제 </a:t>
            </a:r>
            <a:r>
              <a:rPr lang="en-US" altLang="ko-KR" sz="1100" dirty="0"/>
              <a:t>NLP fine-tuning</a:t>
            </a:r>
            <a:r>
              <a:rPr lang="ko-KR" altLang="en-US" sz="1100" dirty="0"/>
              <a:t>에서 가장 많이 사용되는 </a:t>
            </a:r>
            <a:r>
              <a:rPr lang="en-US" altLang="ko-KR" sz="1100" dirty="0"/>
              <a:t>RL </a:t>
            </a:r>
            <a:r>
              <a:rPr lang="ko-KR" altLang="en-US" sz="1100" dirty="0"/>
              <a:t>알고리즘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ko-KR" altLang="en-US" sz="1100" dirty="0"/>
              <a:t>✔ </a:t>
            </a:r>
            <a:r>
              <a:rPr lang="en-US" altLang="ko-KR" sz="1100" dirty="0"/>
              <a:t>A2C (Advantage Actor-Critic)</a:t>
            </a:r>
          </a:p>
          <a:p>
            <a:pPr marL="252000" indent="252000">
              <a:lnSpc>
                <a:spcPct val="110000"/>
              </a:lnSpc>
            </a:pPr>
            <a:r>
              <a:rPr lang="en-US" altLang="ko-KR" sz="1100" dirty="0"/>
              <a:t>Actor-Critic </a:t>
            </a:r>
            <a:r>
              <a:rPr lang="ko-KR" altLang="en-US" sz="1100" dirty="0"/>
              <a:t>기반 </a:t>
            </a:r>
            <a:r>
              <a:rPr lang="en-US" altLang="ko-KR" sz="1100" dirty="0"/>
              <a:t>value baseline </a:t>
            </a:r>
            <a:r>
              <a:rPr lang="ko-KR" altLang="en-US" sz="1100" dirty="0"/>
              <a:t>활용</a:t>
            </a:r>
          </a:p>
          <a:p>
            <a:pPr marL="252000" indent="252000">
              <a:lnSpc>
                <a:spcPct val="110000"/>
              </a:lnSpc>
            </a:pPr>
            <a:r>
              <a:rPr lang="en-US" altLang="ko-KR" sz="1100" dirty="0"/>
              <a:t>PPO </a:t>
            </a:r>
            <a:r>
              <a:rPr lang="ko-KR" altLang="en-US" sz="1100" dirty="0"/>
              <a:t>대비 빠르지만 안정성은 낮음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ko-KR" altLang="en-US" sz="1100" dirty="0"/>
              <a:t>✔ </a:t>
            </a:r>
            <a:r>
              <a:rPr lang="el-GR" altLang="ko-KR" sz="1100" dirty="0"/>
              <a:t>ε-</a:t>
            </a:r>
            <a:r>
              <a:rPr lang="en-US" altLang="ko-KR" sz="1100" dirty="0"/>
              <a:t>Greedy Multi-Armed Bandit</a:t>
            </a:r>
          </a:p>
          <a:p>
            <a:pPr marL="252000" indent="252000">
              <a:lnSpc>
                <a:spcPct val="110000"/>
              </a:lnSpc>
            </a:pPr>
            <a:r>
              <a:rPr lang="ko-KR" altLang="en-US" sz="1100" dirty="0"/>
              <a:t>모델명 선택을 </a:t>
            </a:r>
            <a:r>
              <a:rPr lang="en-US" altLang="ko-KR" sz="1100" dirty="0"/>
              <a:t>slot machine arm </a:t>
            </a:r>
            <a:r>
              <a:rPr lang="ko-KR" altLang="en-US" sz="1100" dirty="0"/>
              <a:t>선택으로 해석</a:t>
            </a:r>
          </a:p>
          <a:p>
            <a:pPr marL="252000" indent="252000">
              <a:lnSpc>
                <a:spcPct val="110000"/>
              </a:lnSpc>
            </a:pPr>
            <a:r>
              <a:rPr lang="ko-KR" altLang="en-US" sz="1100" dirty="0"/>
              <a:t>가장 빠르지만 성능 한계가 있음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3366339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075F-DB2E-EE49-4E62-DA94CD155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5A59E-1117-241D-B32A-8A3A2A6C7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3218"/>
            <a:ext cx="10691265" cy="1371030"/>
          </a:xfrm>
        </p:spPr>
        <p:txBody>
          <a:bodyPr>
            <a:normAutofit/>
          </a:bodyPr>
          <a:lstStyle/>
          <a:p>
            <a:r>
              <a:rPr lang="en-US" altLang="ko-KR" dirty="0"/>
              <a:t>4. </a:t>
            </a:r>
            <a:r>
              <a:rPr lang="ko-KR" altLang="en-US" dirty="0"/>
              <a:t>강화학습 알고리즘 및 </a:t>
            </a:r>
            <a:r>
              <a:rPr lang="en-US" altLang="ko-KR" dirty="0"/>
              <a:t>Hyperparameter </a:t>
            </a:r>
            <a:r>
              <a:rPr lang="ko-KR" altLang="en-US" dirty="0"/>
              <a:t>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458A3A-904B-2C96-981D-BC7A43C4C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5395365" cy="3739896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ko-KR" sz="1100" b="1" dirty="0"/>
              <a:t>4.2 Hyperparameter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100" dirty="0"/>
              <a:t>1) Learning Rate (</a:t>
            </a:r>
            <a:r>
              <a:rPr lang="ko-KR" altLang="en-US" sz="1100" dirty="0" err="1"/>
              <a:t>학습률</a:t>
            </a:r>
            <a:r>
              <a:rPr lang="en-US" altLang="ko-KR" sz="1100" dirty="0"/>
              <a:t>)</a:t>
            </a:r>
          </a:p>
          <a:p>
            <a:pPr marL="252000" indent="252000">
              <a:lnSpc>
                <a:spcPct val="110000"/>
              </a:lnSpc>
            </a:pPr>
            <a:r>
              <a:rPr lang="ko-KR" altLang="en-US" sz="1100" dirty="0"/>
              <a:t>신경망이 파라미터를 얼마나 크게 업데이트할지 결정하는 값</a:t>
            </a:r>
            <a:endParaRPr lang="en-US" altLang="ko-KR" sz="1100" dirty="0"/>
          </a:p>
          <a:p>
            <a:pPr marL="252000" indent="252000">
              <a:lnSpc>
                <a:spcPct val="110000"/>
              </a:lnSpc>
            </a:pPr>
            <a:r>
              <a:rPr lang="en-US" altLang="ko-KR" sz="1100" dirty="0"/>
              <a:t>PPO</a:t>
            </a:r>
            <a:r>
              <a:rPr lang="ko-KR" altLang="en-US" sz="1100" dirty="0"/>
              <a:t>는 안정적 </a:t>
            </a:r>
            <a:r>
              <a:rPr lang="en-US" altLang="ko-KR" sz="1100" dirty="0"/>
              <a:t>clipping update → </a:t>
            </a:r>
            <a:r>
              <a:rPr lang="ko-KR" altLang="en-US" sz="1100" dirty="0"/>
              <a:t>작은 </a:t>
            </a:r>
            <a:r>
              <a:rPr lang="en-US" altLang="ko-KR" sz="1100" dirty="0" err="1"/>
              <a:t>lr</a:t>
            </a:r>
            <a:r>
              <a:rPr lang="en-US" altLang="ko-KR" sz="1100" dirty="0"/>
              <a:t>=3e-4 </a:t>
            </a:r>
            <a:r>
              <a:rPr lang="ko-KR" altLang="en-US" sz="1100" dirty="0"/>
              <a:t>사용</a:t>
            </a:r>
            <a:r>
              <a:rPr lang="en-US" altLang="ko-KR" sz="1100" dirty="0"/>
              <a:t>, A2C</a:t>
            </a:r>
            <a:r>
              <a:rPr lang="ko-KR" altLang="en-US" sz="1100" dirty="0"/>
              <a:t>는 </a:t>
            </a:r>
            <a:r>
              <a:rPr lang="en-US" altLang="ko-KR" sz="1100" dirty="0"/>
              <a:t>variance</a:t>
            </a:r>
            <a:r>
              <a:rPr lang="ko-KR" altLang="en-US" sz="1100" dirty="0"/>
              <a:t>가 높아 </a:t>
            </a:r>
            <a:r>
              <a:rPr lang="en-US" altLang="ko-KR" sz="1100" dirty="0"/>
              <a:t>1e-3 </a:t>
            </a:r>
            <a:r>
              <a:rPr lang="ko-KR" altLang="en-US" sz="1100" dirty="0"/>
              <a:t>사용</a:t>
            </a:r>
            <a:endParaRPr lang="en-US" altLang="ko-KR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100" dirty="0"/>
              <a:t>2) Gamma (Discount Factor, </a:t>
            </a:r>
            <a:r>
              <a:rPr lang="ko-KR" altLang="en-US" sz="1100" dirty="0"/>
              <a:t>할인율</a:t>
            </a:r>
            <a:r>
              <a:rPr lang="en-US" altLang="ko-KR" sz="1100" dirty="0"/>
              <a:t>)</a:t>
            </a:r>
          </a:p>
          <a:p>
            <a:pPr marL="252000" indent="252000">
              <a:lnSpc>
                <a:spcPct val="110000"/>
              </a:lnSpc>
            </a:pPr>
            <a:r>
              <a:rPr lang="ko-KR" altLang="en-US" sz="1100" dirty="0"/>
              <a:t>미래 보상에 대한 중요도를 조절</a:t>
            </a:r>
            <a:endParaRPr lang="en-US" altLang="ko-KR" sz="1100" dirty="0"/>
          </a:p>
          <a:p>
            <a:pPr marL="252000" indent="252000">
              <a:lnSpc>
                <a:spcPct val="110000"/>
              </a:lnSpc>
            </a:pPr>
            <a:r>
              <a:rPr lang="en-US" altLang="ko-KR" sz="1100" dirty="0"/>
              <a:t>PPO/A2C</a:t>
            </a:r>
            <a:r>
              <a:rPr lang="ko-KR" altLang="en-US" sz="1100" dirty="0"/>
              <a:t>는 장기 보상 고려 위해 </a:t>
            </a:r>
            <a:r>
              <a:rPr lang="en-US" altLang="ko-KR" sz="1100" dirty="0"/>
              <a:t>0.99, Bandit</a:t>
            </a:r>
            <a:r>
              <a:rPr lang="ko-KR" altLang="en-US" sz="1100" dirty="0"/>
              <a:t>은 </a:t>
            </a:r>
            <a:r>
              <a:rPr lang="en-US" altLang="ko-KR" sz="1100" dirty="0"/>
              <a:t>single-step </a:t>
            </a:r>
            <a:r>
              <a:rPr lang="ko-KR" altLang="en-US" sz="1100" dirty="0"/>
              <a:t>문제라 </a:t>
            </a:r>
            <a:r>
              <a:rPr lang="en-US" altLang="ko-KR" sz="1100" dirty="0"/>
              <a:t>1.0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100" dirty="0"/>
              <a:t>3) PPO Clip ε (Clipping Range)</a:t>
            </a:r>
          </a:p>
          <a:p>
            <a:pPr marL="252000" indent="252000">
              <a:lnSpc>
                <a:spcPct val="110000"/>
              </a:lnSpc>
            </a:pPr>
            <a:r>
              <a:rPr lang="en-US" altLang="ko-KR" sz="1100" dirty="0"/>
              <a:t>PPO</a:t>
            </a:r>
            <a:r>
              <a:rPr lang="ko-KR" altLang="en-US" sz="1100" dirty="0"/>
              <a:t>의 핵심인 “</a:t>
            </a:r>
            <a:r>
              <a:rPr lang="en-US" altLang="ko-KR" sz="1100" dirty="0"/>
              <a:t>policy update</a:t>
            </a:r>
            <a:r>
              <a:rPr lang="ko-KR" altLang="en-US" sz="1100" dirty="0"/>
              <a:t>를 너무 크게 하지 않도록 제한하는 수치”</a:t>
            </a:r>
            <a:endParaRPr lang="en-US" altLang="ko-KR" sz="1100" dirty="0"/>
          </a:p>
          <a:p>
            <a:pPr marL="252000" indent="252000">
              <a:lnSpc>
                <a:spcPct val="110000"/>
              </a:lnSpc>
            </a:pPr>
            <a:r>
              <a:rPr lang="en-US" altLang="ko-KR" sz="1100" dirty="0"/>
              <a:t>PPO</a:t>
            </a:r>
            <a:r>
              <a:rPr lang="ko-KR" altLang="en-US" sz="1100" dirty="0"/>
              <a:t>의 핵심 안정성 파라미터로 논문 기본값 </a:t>
            </a:r>
            <a:r>
              <a:rPr lang="en-US" altLang="ko-KR" sz="1100" dirty="0"/>
              <a:t>0.2 </a:t>
            </a:r>
            <a:r>
              <a:rPr lang="ko-KR" altLang="en-US" sz="1100" dirty="0"/>
              <a:t>사용</a:t>
            </a:r>
            <a:endParaRPr lang="en-US" altLang="ko-KR" sz="1100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C33048CB-6294-8D16-B361-B191031189FF}"/>
              </a:ext>
            </a:extLst>
          </p:cNvPr>
          <p:cNvSpPr txBox="1">
            <a:spLocks/>
          </p:cNvSpPr>
          <p:nvPr/>
        </p:nvSpPr>
        <p:spPr>
          <a:xfrm>
            <a:off x="6096000" y="2284248"/>
            <a:ext cx="5395365" cy="3739896"/>
          </a:xfrm>
          <a:prstGeom prst="rect">
            <a:avLst/>
          </a:prstGeom>
        </p:spPr>
        <p:txBody>
          <a:bodyPr lIns="109728" tIns="109728" rIns="109728" bIns="9144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 spc="4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4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4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 spc="4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 spc="4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altLang="ko-KR" sz="1100" dirty="0"/>
              <a:t>4) Exploration </a:t>
            </a:r>
            <a:r>
              <a:rPr lang="ko-KR" altLang="en-US" sz="1100" dirty="0"/>
              <a:t>방식</a:t>
            </a:r>
            <a:endParaRPr lang="en-US" altLang="ko-KR" sz="1100" dirty="0"/>
          </a:p>
          <a:p>
            <a:pPr marL="252000" indent="252000">
              <a:lnSpc>
                <a:spcPct val="110000"/>
              </a:lnSpc>
            </a:pPr>
            <a:r>
              <a:rPr lang="en-US" altLang="ko-KR" sz="1100" dirty="0"/>
              <a:t>PPO</a:t>
            </a:r>
            <a:r>
              <a:rPr lang="ko-KR" altLang="en-US" sz="1100" dirty="0"/>
              <a:t>는 확률적 정책 자체로 탐색</a:t>
            </a:r>
            <a:r>
              <a:rPr lang="en-US" altLang="ko-KR" sz="1100" dirty="0"/>
              <a:t>, A2C</a:t>
            </a:r>
            <a:r>
              <a:rPr lang="ko-KR" altLang="en-US" sz="1100" dirty="0"/>
              <a:t>는 </a:t>
            </a:r>
            <a:r>
              <a:rPr lang="en-US" altLang="ko-KR" sz="1100" dirty="0"/>
              <a:t>entropy bonus, Bandit</a:t>
            </a:r>
            <a:r>
              <a:rPr lang="ko-KR" altLang="en-US" sz="1100" dirty="0"/>
              <a:t>은 </a:t>
            </a:r>
            <a:r>
              <a:rPr lang="el-GR" altLang="ko-KR" sz="1100" dirty="0"/>
              <a:t>ε-</a:t>
            </a:r>
            <a:r>
              <a:rPr lang="en-US" altLang="ko-KR" sz="1100" dirty="0"/>
              <a:t>greedy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100" dirty="0"/>
              <a:t>5) Epochs per Update</a:t>
            </a:r>
          </a:p>
          <a:p>
            <a:pPr marL="252000" indent="252000">
              <a:lnSpc>
                <a:spcPct val="110000"/>
              </a:lnSpc>
            </a:pPr>
            <a:r>
              <a:rPr lang="en-US" altLang="ko-KR" sz="1100" dirty="0"/>
              <a:t>PPO</a:t>
            </a:r>
            <a:r>
              <a:rPr lang="ko-KR" altLang="en-US" sz="1100" dirty="0"/>
              <a:t>는 </a:t>
            </a:r>
            <a:r>
              <a:rPr lang="en-US" altLang="ko-KR" sz="1100" dirty="0"/>
              <a:t>5</a:t>
            </a:r>
            <a:r>
              <a:rPr lang="ko-KR" altLang="en-US" sz="1100" dirty="0"/>
              <a:t>회 반복 업데이트로 안정성 확보</a:t>
            </a:r>
            <a:r>
              <a:rPr lang="en-US" altLang="ko-KR" sz="1100" dirty="0"/>
              <a:t>, A2C</a:t>
            </a:r>
            <a:r>
              <a:rPr lang="ko-KR" altLang="en-US" sz="1100" dirty="0"/>
              <a:t>는 </a:t>
            </a:r>
            <a:r>
              <a:rPr lang="en-US" altLang="ko-KR" sz="1100" dirty="0"/>
              <a:t>1-step TD update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100" dirty="0"/>
              <a:t>6) Batch size</a:t>
            </a:r>
          </a:p>
          <a:p>
            <a:pPr marL="252000" indent="252000">
              <a:lnSpc>
                <a:spcPct val="110000"/>
              </a:lnSpc>
            </a:pPr>
            <a:r>
              <a:rPr lang="ko-KR" altLang="en-US" sz="1100" dirty="0"/>
              <a:t>모두 </a:t>
            </a:r>
            <a:r>
              <a:rPr lang="en-US" altLang="ko-KR" sz="1100" dirty="0"/>
              <a:t>single-step </a:t>
            </a:r>
            <a:r>
              <a:rPr lang="ko-KR" altLang="en-US" sz="1100" dirty="0"/>
              <a:t>환경이므로 </a:t>
            </a:r>
            <a:r>
              <a:rPr lang="en-US" altLang="ko-KR" sz="1100" dirty="0"/>
              <a:t>1</a:t>
            </a:r>
            <a:r>
              <a:rPr lang="ko-KR" altLang="en-US" sz="1100" dirty="0"/>
              <a:t>로 설정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1540827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0FCB5-E288-5892-2A25-94F6F8DC5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64DC10-7F3E-74B4-2113-3D60360E3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3218"/>
            <a:ext cx="10691265" cy="1371030"/>
          </a:xfrm>
        </p:spPr>
        <p:txBody>
          <a:bodyPr>
            <a:normAutofit/>
          </a:bodyPr>
          <a:lstStyle/>
          <a:p>
            <a:r>
              <a:rPr lang="en-US" altLang="ko-KR" dirty="0"/>
              <a:t>5. </a:t>
            </a:r>
            <a:r>
              <a:rPr lang="ko-KR" altLang="en-US" dirty="0"/>
              <a:t>실험 셋업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4BD965-A9BF-CBB4-AB00-0551965E2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691265" cy="3739896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ko-KR" sz="1100" b="1" dirty="0"/>
              <a:t>5.1 </a:t>
            </a:r>
            <a:r>
              <a:rPr lang="ko-KR" altLang="en-US" sz="1100" b="1" dirty="0"/>
              <a:t>실험 환경</a:t>
            </a:r>
            <a:endParaRPr lang="en-US" altLang="ko-KR" sz="1100" b="1" dirty="0"/>
          </a:p>
          <a:p>
            <a:pPr marL="0" indent="0">
              <a:lnSpc>
                <a:spcPct val="110000"/>
              </a:lnSpc>
              <a:buNone/>
            </a:pPr>
            <a:endParaRPr lang="en-US" altLang="ko-KR" sz="1100" b="1" dirty="0"/>
          </a:p>
          <a:p>
            <a:pPr marL="0" indent="0">
              <a:lnSpc>
                <a:spcPct val="110000"/>
              </a:lnSpc>
              <a:buNone/>
            </a:pPr>
            <a:endParaRPr lang="en-US" altLang="ko-KR" sz="1100" b="1" dirty="0"/>
          </a:p>
          <a:p>
            <a:pPr marL="0" indent="0">
              <a:lnSpc>
                <a:spcPct val="110000"/>
              </a:lnSpc>
              <a:buNone/>
            </a:pPr>
            <a:endParaRPr lang="en-US" altLang="ko-KR" sz="1100" b="1" dirty="0"/>
          </a:p>
          <a:p>
            <a:pPr marL="0" indent="0">
              <a:lnSpc>
                <a:spcPct val="110000"/>
              </a:lnSpc>
              <a:buNone/>
            </a:pPr>
            <a:endParaRPr lang="en-US" altLang="ko-KR" sz="1100" b="1" dirty="0"/>
          </a:p>
          <a:p>
            <a:pPr marL="0" indent="0">
              <a:lnSpc>
                <a:spcPct val="110000"/>
              </a:lnSpc>
              <a:buNone/>
            </a:pPr>
            <a:endParaRPr lang="en-US" altLang="ko-KR" sz="1100" b="1" dirty="0"/>
          </a:p>
          <a:p>
            <a:pPr marL="0" indent="0">
              <a:lnSpc>
                <a:spcPct val="110000"/>
              </a:lnSpc>
              <a:buNone/>
            </a:pPr>
            <a:endParaRPr lang="en-US" altLang="ko-KR" sz="1100" b="1" dirty="0"/>
          </a:p>
          <a:p>
            <a:pPr marL="0" indent="0">
              <a:lnSpc>
                <a:spcPct val="110000"/>
              </a:lnSpc>
              <a:buNone/>
            </a:pPr>
            <a:endParaRPr lang="en-US" altLang="ko-KR" sz="1100" b="1" dirty="0"/>
          </a:p>
          <a:p>
            <a:pPr marL="0" indent="0">
              <a:lnSpc>
                <a:spcPct val="110000"/>
              </a:lnSpc>
              <a:buNone/>
            </a:pPr>
            <a:endParaRPr lang="en-US" altLang="ko-KR" sz="1100" b="1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100" b="1" dirty="0"/>
              <a:t>5.2 Evaluation Metric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100" dirty="0"/>
              <a:t> </a:t>
            </a:r>
            <a:r>
              <a:rPr lang="ko-KR" altLang="en-US" sz="1100" dirty="0"/>
              <a:t>정답</a:t>
            </a:r>
            <a:r>
              <a:rPr lang="en-US" altLang="ko-KR" sz="1100" dirty="0"/>
              <a:t> </a:t>
            </a:r>
            <a:r>
              <a:rPr lang="ko-KR" altLang="en-US" sz="1100" dirty="0"/>
              <a:t>선택 정확도 </a:t>
            </a:r>
            <a:r>
              <a:rPr lang="en-US" altLang="ko-KR" sz="1100" dirty="0"/>
              <a:t>Accuracy</a:t>
            </a:r>
            <a:r>
              <a:rPr lang="ko-KR" altLang="en-US" sz="1100" dirty="0"/>
              <a:t>를 사용</a:t>
            </a:r>
            <a:endParaRPr lang="en-US" altLang="ko-KR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100" dirty="0"/>
              <a:t> ※ Accuracy = </a:t>
            </a:r>
            <a:r>
              <a:rPr lang="ko-KR" altLang="en-US" sz="1100" dirty="0"/>
              <a:t>정답 개수 </a:t>
            </a:r>
            <a:r>
              <a:rPr lang="en-US" altLang="ko-KR" sz="1100" dirty="0"/>
              <a:t>/ </a:t>
            </a:r>
            <a:r>
              <a:rPr lang="ko-KR" altLang="en-US" sz="1100" dirty="0"/>
              <a:t>전체 개수</a:t>
            </a:r>
            <a:endParaRPr lang="en-US" altLang="ko-KR" sz="11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4BC103F-3835-9A7A-A297-25E7E666EF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648764"/>
              </p:ext>
            </p:extLst>
          </p:nvPr>
        </p:nvGraphicFramePr>
        <p:xfrm>
          <a:off x="1790166" y="2637366"/>
          <a:ext cx="8611668" cy="219456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3746500">
                  <a:extLst>
                    <a:ext uri="{9D8B030D-6E8A-4147-A177-3AD203B41FA5}">
                      <a16:colId xmlns:a16="http://schemas.microsoft.com/office/drawing/2014/main" val="2316702354"/>
                    </a:ext>
                  </a:extLst>
                </a:gridCol>
                <a:gridCol w="4865168">
                  <a:extLst>
                    <a:ext uri="{9D8B030D-6E8A-4147-A177-3AD203B41FA5}">
                      <a16:colId xmlns:a16="http://schemas.microsoft.com/office/drawing/2014/main" val="3554256608"/>
                    </a:ext>
                  </a:extLst>
                </a:gridCol>
              </a:tblGrid>
              <a:tr h="32273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환경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2520548"/>
                  </a:ext>
                </a:extLst>
              </a:tr>
              <a:tr h="32273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하드웨어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fr-FR" altLang="ko-KR" dirty="0"/>
                        <a:t>Google Colab GPU (Tesla T4)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457925"/>
                  </a:ext>
                </a:extLst>
              </a:tr>
              <a:tr h="32273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OS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Ubuntu 20.04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704011"/>
                  </a:ext>
                </a:extLst>
              </a:tr>
              <a:tr h="32273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Python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3.12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0775607"/>
                  </a:ext>
                </a:extLst>
              </a:tr>
              <a:tr h="32273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Framework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PyTorch</a:t>
                      </a:r>
                      <a:r>
                        <a:rPr lang="en-US" altLang="ko-KR" dirty="0"/>
                        <a:t>, Transformers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175896"/>
                  </a:ext>
                </a:extLst>
              </a:tr>
              <a:tr h="32273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GPU Memory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16GB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45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666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49293-6586-98A8-6298-71B38F8F3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3B3248-DDF6-0DAF-03AE-DA9D0155A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3218"/>
            <a:ext cx="10691265" cy="1371030"/>
          </a:xfrm>
        </p:spPr>
        <p:txBody>
          <a:bodyPr>
            <a:normAutofit/>
          </a:bodyPr>
          <a:lstStyle/>
          <a:p>
            <a:r>
              <a:rPr lang="en-US" altLang="ko-KR" dirty="0"/>
              <a:t>6. </a:t>
            </a:r>
            <a:r>
              <a:rPr lang="ko-KR" altLang="en-US" dirty="0"/>
              <a:t>실험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47D5AB-ED6A-3594-8891-3D4080B10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691265" cy="3739896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ko-KR" sz="1100" b="1" dirty="0"/>
              <a:t>6.1 </a:t>
            </a:r>
            <a:r>
              <a:rPr lang="ko-KR" altLang="en-US" sz="1100" b="1" dirty="0"/>
              <a:t>알고리즘별 </a:t>
            </a:r>
            <a:r>
              <a:rPr lang="en-US" altLang="ko-KR" sz="1100" b="1" dirty="0"/>
              <a:t>Accuracy </a:t>
            </a:r>
            <a:r>
              <a:rPr lang="ko-KR" altLang="en-US" sz="1100" b="1" dirty="0"/>
              <a:t>비교</a:t>
            </a:r>
            <a:endParaRPr lang="en-US" altLang="ko-KR" sz="1100" b="1" dirty="0"/>
          </a:p>
          <a:p>
            <a:pPr marL="0" indent="0">
              <a:lnSpc>
                <a:spcPct val="110000"/>
              </a:lnSpc>
              <a:buNone/>
            </a:pPr>
            <a:endParaRPr lang="en-US" altLang="ko-KR" sz="1100" b="1" dirty="0"/>
          </a:p>
          <a:p>
            <a:pPr marL="0" indent="0">
              <a:lnSpc>
                <a:spcPct val="110000"/>
              </a:lnSpc>
              <a:buNone/>
            </a:pPr>
            <a:endParaRPr lang="en-US" altLang="ko-KR" sz="1100" b="1" dirty="0"/>
          </a:p>
          <a:p>
            <a:pPr marL="0" indent="0">
              <a:lnSpc>
                <a:spcPct val="110000"/>
              </a:lnSpc>
              <a:buNone/>
            </a:pPr>
            <a:endParaRPr lang="en-US" altLang="ko-KR" sz="1100" b="1" dirty="0"/>
          </a:p>
          <a:p>
            <a:pPr marL="0" indent="0">
              <a:lnSpc>
                <a:spcPct val="110000"/>
              </a:lnSpc>
              <a:buNone/>
            </a:pPr>
            <a:endParaRPr lang="en-US" altLang="ko-KR" sz="1100" b="1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100" b="1" dirty="0"/>
              <a:t>6.3 Hyperparameter </a:t>
            </a:r>
            <a:r>
              <a:rPr lang="ko-KR" altLang="en-US" sz="1100" b="1" dirty="0"/>
              <a:t>변화에 따른 성능 비교</a:t>
            </a:r>
            <a:endParaRPr lang="en-US" altLang="ko-KR" sz="1100" b="1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100" b="1" dirty="0"/>
              <a:t>6.2 Random Seed </a:t>
            </a:r>
            <a:r>
              <a:rPr lang="ko-KR" altLang="en-US" sz="1100" b="1" dirty="0"/>
              <a:t>변경 실험</a:t>
            </a:r>
            <a:endParaRPr lang="en-US" altLang="ko-KR" sz="1100" b="1" dirty="0"/>
          </a:p>
          <a:p>
            <a:pPr marL="0" indent="0">
              <a:lnSpc>
                <a:spcPct val="110000"/>
              </a:lnSpc>
              <a:buNone/>
            </a:pPr>
            <a:endParaRPr lang="en-US" altLang="ko-KR" sz="1100" b="1" dirty="0"/>
          </a:p>
          <a:p>
            <a:pPr marL="0" indent="0">
              <a:lnSpc>
                <a:spcPct val="110000"/>
              </a:lnSpc>
              <a:buNone/>
            </a:pPr>
            <a:endParaRPr lang="en-US" altLang="ko-KR" sz="1100" b="1" dirty="0"/>
          </a:p>
          <a:p>
            <a:pPr marL="0" indent="0">
              <a:lnSpc>
                <a:spcPct val="110000"/>
              </a:lnSpc>
              <a:buNone/>
            </a:pPr>
            <a:endParaRPr lang="en-US" altLang="ko-KR" sz="1100" b="1" dirty="0"/>
          </a:p>
          <a:p>
            <a:pPr marL="0" indent="0">
              <a:lnSpc>
                <a:spcPct val="110000"/>
              </a:lnSpc>
              <a:buNone/>
            </a:pPr>
            <a:endParaRPr lang="en-US" altLang="ko-KR" sz="1100" b="1" dirty="0"/>
          </a:p>
          <a:p>
            <a:pPr marL="0" indent="0">
              <a:lnSpc>
                <a:spcPct val="110000"/>
              </a:lnSpc>
              <a:buNone/>
            </a:pPr>
            <a:endParaRPr lang="en-US" altLang="ko-KR" sz="11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BDFA077-F128-4CE3-B69E-64AE70E1FB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251545"/>
              </p:ext>
            </p:extLst>
          </p:nvPr>
        </p:nvGraphicFramePr>
        <p:xfrm>
          <a:off x="1409700" y="2573866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4421917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4908426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9329709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47195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정확도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PPO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Bandit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4645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기본 </a:t>
                      </a:r>
                      <a:r>
                        <a:rPr lang="en-US" altLang="ko-KR" sz="1200" dirty="0"/>
                        <a:t>Hyperparameter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0.99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0.66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0.93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243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193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2622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61A6E-7A72-73A2-E005-4945ACE97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1E6FE0-DB9F-4990-AD68-8CA5B1ED5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3218"/>
            <a:ext cx="10691265" cy="1371030"/>
          </a:xfrm>
        </p:spPr>
        <p:txBody>
          <a:bodyPr>
            <a:norm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토의 및 결론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62990B-B7F2-362D-E627-93A45B17E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691265" cy="3739896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ko-KR" sz="1100" b="1" dirty="0"/>
              <a:t>7.1 </a:t>
            </a:r>
            <a:r>
              <a:rPr lang="ko-KR" altLang="en-US" sz="1100" b="1" dirty="0"/>
              <a:t>실험 결과 논의</a:t>
            </a:r>
          </a:p>
          <a:p>
            <a:pPr marL="252000" indent="252000">
              <a:lnSpc>
                <a:spcPct val="110000"/>
              </a:lnSpc>
            </a:pPr>
            <a:r>
              <a:rPr lang="en-US" altLang="ko-KR" sz="1100" dirty="0"/>
              <a:t>PPO</a:t>
            </a:r>
            <a:r>
              <a:rPr lang="ko-KR" altLang="en-US" sz="1100" dirty="0"/>
              <a:t>가 가장 안정적이며 높은 정확도를 기록</a:t>
            </a:r>
          </a:p>
          <a:p>
            <a:pPr marL="252000" indent="252000">
              <a:lnSpc>
                <a:spcPct val="110000"/>
              </a:lnSpc>
              <a:buNone/>
            </a:pPr>
            <a:r>
              <a:rPr lang="ko-KR" altLang="en-US" sz="1100" dirty="0"/>
              <a:t>→ </a:t>
            </a:r>
            <a:r>
              <a:rPr lang="en-US" altLang="ko-KR" sz="1100" dirty="0"/>
              <a:t>ratio clipping</a:t>
            </a:r>
            <a:r>
              <a:rPr lang="ko-KR" altLang="en-US" sz="1100" dirty="0"/>
              <a:t>을 통한 안정적 </a:t>
            </a:r>
            <a:r>
              <a:rPr lang="en-US" altLang="ko-KR" sz="1100" dirty="0"/>
              <a:t>policy update </a:t>
            </a:r>
            <a:r>
              <a:rPr lang="ko-KR" altLang="en-US" sz="1100" dirty="0"/>
              <a:t>효과</a:t>
            </a:r>
          </a:p>
          <a:p>
            <a:pPr marL="252000" indent="252000">
              <a:lnSpc>
                <a:spcPct val="110000"/>
              </a:lnSpc>
            </a:pPr>
            <a:r>
              <a:rPr lang="en-US" altLang="ko-KR" sz="1100" dirty="0"/>
              <a:t>A2C</a:t>
            </a:r>
            <a:r>
              <a:rPr lang="ko-KR" altLang="en-US" sz="1100" dirty="0"/>
              <a:t>는 </a:t>
            </a:r>
            <a:r>
              <a:rPr lang="en-US" altLang="ko-KR" sz="1100" dirty="0"/>
              <a:t>PPO </a:t>
            </a:r>
            <a:r>
              <a:rPr lang="ko-KR" altLang="en-US" sz="1100" dirty="0"/>
              <a:t>대비 불안정</a:t>
            </a:r>
          </a:p>
          <a:p>
            <a:pPr marL="252000" indent="252000">
              <a:lnSpc>
                <a:spcPct val="110000"/>
              </a:lnSpc>
              <a:buNone/>
            </a:pPr>
            <a:r>
              <a:rPr lang="ko-KR" altLang="en-US" sz="1100" dirty="0"/>
              <a:t>→ </a:t>
            </a:r>
            <a:r>
              <a:rPr lang="en-US" altLang="ko-KR" sz="1100" dirty="0"/>
              <a:t>variance reduction</a:t>
            </a:r>
            <a:r>
              <a:rPr lang="ko-KR" altLang="en-US" sz="1100" dirty="0"/>
              <a:t>이 부족</a:t>
            </a:r>
          </a:p>
          <a:p>
            <a:pPr marL="252000" indent="252000">
              <a:lnSpc>
                <a:spcPct val="110000"/>
              </a:lnSpc>
            </a:pPr>
            <a:r>
              <a:rPr lang="en-US" altLang="ko-KR" sz="1100" dirty="0"/>
              <a:t>Bandit</a:t>
            </a:r>
            <a:r>
              <a:rPr lang="ko-KR" altLang="en-US" sz="1100" dirty="0"/>
              <a:t>은 텍스트 </a:t>
            </a:r>
            <a:r>
              <a:rPr lang="ko-KR" altLang="en-US" sz="1100" dirty="0" err="1"/>
              <a:t>임베딩이</a:t>
            </a:r>
            <a:r>
              <a:rPr lang="ko-KR" altLang="en-US" sz="1100" dirty="0"/>
              <a:t> 존재함에도 구조적 한계로 가장 낮은 성능</a:t>
            </a:r>
            <a:endParaRPr lang="en-US" altLang="ko-KR" sz="1100" dirty="0"/>
          </a:p>
          <a:p>
            <a:pPr marL="0" indent="0">
              <a:lnSpc>
                <a:spcPct val="110000"/>
              </a:lnSpc>
              <a:buNone/>
            </a:pPr>
            <a:endParaRPr lang="en-US" altLang="ko-KR" sz="1100" b="1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100" b="1" dirty="0"/>
              <a:t>7.2 </a:t>
            </a:r>
            <a:r>
              <a:rPr lang="ko-KR" altLang="en-US" sz="1100" b="1" dirty="0"/>
              <a:t>본 연구의 의미</a:t>
            </a:r>
          </a:p>
          <a:p>
            <a:pPr marL="252000" indent="252000">
              <a:lnSpc>
                <a:spcPct val="110000"/>
              </a:lnSpc>
            </a:pPr>
            <a:r>
              <a:rPr lang="ko-KR" altLang="en-US" sz="1100" dirty="0"/>
              <a:t>상품 텍스트 → 모델명 선택 문제를 강화학습으로 성공적으로 적용</a:t>
            </a:r>
          </a:p>
          <a:p>
            <a:pPr marL="252000" indent="252000">
              <a:lnSpc>
                <a:spcPct val="110000"/>
              </a:lnSpc>
            </a:pPr>
            <a:r>
              <a:rPr lang="ko-KR" altLang="en-US" sz="1100" dirty="0"/>
              <a:t>사전 </a:t>
            </a:r>
            <a:r>
              <a:rPr lang="ko-KR" altLang="en-US" sz="1100" dirty="0" err="1"/>
              <a:t>임베딩</a:t>
            </a:r>
            <a:r>
              <a:rPr lang="ko-KR" altLang="en-US" sz="1100" dirty="0"/>
              <a:t> 전략을 통해 대용량 데이터에서도 실용적 속도 달성</a:t>
            </a:r>
          </a:p>
          <a:p>
            <a:pPr marL="252000" indent="252000">
              <a:lnSpc>
                <a:spcPct val="110000"/>
              </a:lnSpc>
            </a:pPr>
            <a:r>
              <a:rPr lang="ko-KR" altLang="en-US" sz="1100" dirty="0"/>
              <a:t>향후 대규모 커머스 데이터 자동 정제에 응용 가능</a:t>
            </a:r>
            <a:endParaRPr lang="en-US" altLang="ko-KR" sz="1100" dirty="0"/>
          </a:p>
          <a:p>
            <a:pPr marL="0" indent="0">
              <a:lnSpc>
                <a:spcPct val="110000"/>
              </a:lnSpc>
              <a:buNone/>
            </a:pPr>
            <a:endParaRPr lang="en-US" altLang="ko-KR" sz="1100" b="1" dirty="0"/>
          </a:p>
          <a:p>
            <a:pPr marL="0" indent="0">
              <a:lnSpc>
                <a:spcPct val="110000"/>
              </a:lnSpc>
              <a:buNone/>
            </a:pP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431103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F32A8-1814-4DB6-DEC0-F955E9766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C0E106-C6E2-DA87-3A50-E1637C7ED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3218"/>
            <a:ext cx="10691265" cy="1371030"/>
          </a:xfrm>
        </p:spPr>
        <p:txBody>
          <a:bodyPr>
            <a:norm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토의 및 결론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C689FE-47EE-AF58-BEAF-07B441F3E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691265" cy="3739896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ko-KR" sz="1100" b="1" dirty="0"/>
              <a:t>7.3 </a:t>
            </a:r>
            <a:r>
              <a:rPr lang="ko-KR" altLang="en-US" sz="1100" b="1" dirty="0"/>
              <a:t>한계 및 개선 방향</a:t>
            </a:r>
          </a:p>
          <a:p>
            <a:pPr marL="252000" indent="252000">
              <a:lnSpc>
                <a:spcPct val="110000"/>
              </a:lnSpc>
            </a:pPr>
            <a:r>
              <a:rPr lang="ko-KR" altLang="en-US" sz="1100" dirty="0"/>
              <a:t>후보 모델명 생성 기능 미포함</a:t>
            </a:r>
          </a:p>
          <a:p>
            <a:pPr marL="252000" indent="252000">
              <a:lnSpc>
                <a:spcPct val="110000"/>
              </a:lnSpc>
            </a:pPr>
            <a:r>
              <a:rPr lang="ko-KR" altLang="en-US" sz="1100" dirty="0"/>
              <a:t>현재 </a:t>
            </a:r>
            <a:r>
              <a:rPr lang="en-US" altLang="ko-KR" sz="1100" dirty="0"/>
              <a:t>reward function</a:t>
            </a:r>
            <a:r>
              <a:rPr lang="ko-KR" altLang="en-US" sz="1100" dirty="0"/>
              <a:t>이 </a:t>
            </a:r>
            <a:r>
              <a:rPr lang="en-US" altLang="ko-KR" sz="1100" dirty="0"/>
              <a:t>binary</a:t>
            </a:r>
          </a:p>
          <a:p>
            <a:pPr marL="252000" indent="252000">
              <a:lnSpc>
                <a:spcPct val="110000"/>
              </a:lnSpc>
            </a:pPr>
            <a:r>
              <a:rPr lang="ko-KR" altLang="en-US" sz="1100" dirty="0"/>
              <a:t>환경이 단일</a:t>
            </a:r>
            <a:r>
              <a:rPr lang="en-US" altLang="ko-KR" sz="1100" dirty="0"/>
              <a:t>-step MDP</a:t>
            </a:r>
          </a:p>
          <a:p>
            <a:pPr marL="252000" indent="252000">
              <a:lnSpc>
                <a:spcPct val="110000"/>
              </a:lnSpc>
            </a:pPr>
            <a:r>
              <a:rPr lang="en-US" altLang="ko-KR" sz="1100" dirty="0"/>
              <a:t>multi-label </a:t>
            </a:r>
            <a:r>
              <a:rPr lang="ko-KR" altLang="en-US" sz="1100" dirty="0"/>
              <a:t>후보군이 많아질 경우 탐색 공간 확장 필요</a:t>
            </a:r>
            <a:endParaRPr lang="en-US" altLang="ko-KR" sz="1100" b="1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100" b="1" dirty="0"/>
              <a:t>7.4 </a:t>
            </a:r>
            <a:r>
              <a:rPr lang="ko-KR" altLang="en-US" sz="1100" b="1" dirty="0"/>
              <a:t>향후 개선</a:t>
            </a:r>
          </a:p>
          <a:p>
            <a:pPr marL="252000" indent="252000">
              <a:lnSpc>
                <a:spcPct val="110000"/>
              </a:lnSpc>
            </a:pPr>
            <a:r>
              <a:rPr lang="en-US" altLang="ko-KR" sz="1100" dirty="0"/>
              <a:t>GPT </a:t>
            </a:r>
            <a:r>
              <a:rPr lang="ko-KR" altLang="en-US" sz="1100" dirty="0"/>
              <a:t>기반 후보 모델명 생성 </a:t>
            </a:r>
            <a:r>
              <a:rPr lang="en-US" altLang="ko-KR" sz="1100" dirty="0"/>
              <a:t>+ RL </a:t>
            </a:r>
            <a:r>
              <a:rPr lang="ko-KR" altLang="en-US" sz="1100" dirty="0"/>
              <a:t>선택 모델 결합</a:t>
            </a:r>
          </a:p>
          <a:p>
            <a:pPr marL="252000" indent="252000">
              <a:lnSpc>
                <a:spcPct val="110000"/>
              </a:lnSpc>
            </a:pPr>
            <a:r>
              <a:rPr lang="en-US" altLang="ko-KR" sz="1100" dirty="0"/>
              <a:t>String similarity </a:t>
            </a:r>
            <a:r>
              <a:rPr lang="ko-KR" altLang="en-US" sz="1100" dirty="0"/>
              <a:t>기반 </a:t>
            </a:r>
            <a:r>
              <a:rPr lang="en-US" altLang="ko-KR" sz="1100" dirty="0"/>
              <a:t>soft reward</a:t>
            </a:r>
          </a:p>
          <a:p>
            <a:pPr marL="252000" indent="252000">
              <a:lnSpc>
                <a:spcPct val="110000"/>
              </a:lnSpc>
            </a:pPr>
            <a:r>
              <a:rPr lang="en-US" altLang="ko-KR" sz="1100" dirty="0"/>
              <a:t>Multi-step sequential reasoning RL </a:t>
            </a:r>
            <a:r>
              <a:rPr lang="ko-KR" altLang="en-US" sz="1100" dirty="0"/>
              <a:t>도입</a:t>
            </a:r>
          </a:p>
          <a:p>
            <a:pPr marL="252000" indent="252000">
              <a:lnSpc>
                <a:spcPct val="110000"/>
              </a:lnSpc>
            </a:pPr>
            <a:r>
              <a:rPr lang="en-US" altLang="ko-KR" sz="1100" dirty="0"/>
              <a:t>SAC, TD3 </a:t>
            </a:r>
            <a:r>
              <a:rPr lang="ko-KR" altLang="en-US" sz="1100" dirty="0"/>
              <a:t>등 </a:t>
            </a:r>
            <a:r>
              <a:rPr lang="en-US" altLang="ko-KR" sz="1100" dirty="0"/>
              <a:t>continuous RL </a:t>
            </a:r>
            <a:r>
              <a:rPr lang="ko-KR" altLang="en-US" sz="1100" dirty="0"/>
              <a:t>적용 가능성 탐구</a:t>
            </a:r>
            <a:endParaRPr lang="en-US" altLang="ko-KR" sz="1100" b="1" dirty="0"/>
          </a:p>
          <a:p>
            <a:pPr marL="0" indent="0">
              <a:lnSpc>
                <a:spcPct val="110000"/>
              </a:lnSpc>
              <a:buNone/>
            </a:pP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259318719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Microsoft GothicNeo"/>
        <a:ea typeface=""/>
        <a:cs typeface=""/>
      </a:majorFont>
      <a:minorFont>
        <a:latin typeface="Microsoft GothicNe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637</TotalTime>
  <Words>814</Words>
  <Application>Microsoft Office PowerPoint</Application>
  <PresentationFormat>와이드스크린</PresentationFormat>
  <Paragraphs>154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Microsoft GothicNeo</vt:lpstr>
      <vt:lpstr>Arial</vt:lpstr>
      <vt:lpstr>ChronicleVTI</vt:lpstr>
      <vt:lpstr>강화학습 과제</vt:lpstr>
      <vt:lpstr>PowerPoint 프레젠테이션</vt:lpstr>
      <vt:lpstr>1. 프로젝트 주제 및 목표</vt:lpstr>
      <vt:lpstr>2. 환경 및 데이터셋 설명</vt:lpstr>
      <vt:lpstr>2. 환경 및 데이터셋 설명</vt:lpstr>
      <vt:lpstr>3. State, Action, Reward 설계</vt:lpstr>
      <vt:lpstr>4. 강화학습 알고리즘 및 Hyperparameter 설명</vt:lpstr>
      <vt:lpstr>4. 강화학습 알고리즘 및 Hyperparameter 설명</vt:lpstr>
      <vt:lpstr>5. 실험 셋업</vt:lpstr>
      <vt:lpstr>6. 실험 결과</vt:lpstr>
      <vt:lpstr>7. 토의 및 결론</vt:lpstr>
      <vt:lpstr>7. 토의 및 결론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설 위준</dc:creator>
  <cp:lastModifiedBy>설 위준</cp:lastModifiedBy>
  <cp:revision>18</cp:revision>
  <dcterms:created xsi:type="dcterms:W3CDTF">2025-12-07T01:22:33Z</dcterms:created>
  <dcterms:modified xsi:type="dcterms:W3CDTF">2025-12-07T12:00:27Z</dcterms:modified>
</cp:coreProperties>
</file>